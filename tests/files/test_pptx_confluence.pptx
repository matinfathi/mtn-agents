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18288000" cy="10287000"/>
  <p:embeddedFontLst>
    <p:embeddedFont>
      <p:font typeface="Lucida Sans" panose="020B0602030504020204" pitchFamily="34" charset="0"/>
      <p:regular r:id="rId12"/>
      <p:bold r:id="rId13"/>
      <p:italic r:id="rId14"/>
      <p:boldItalic r:id="rId15"/>
    </p:embeddedFont>
    <p:embeddedFont>
      <p:font typeface="Trebuchet MS" panose="020B0603020202020204" pitchFamily="34" charset="0"/>
      <p:regular r:id="rId16"/>
      <p:bold r:id="rId17"/>
      <p:italic r:id="rId18"/>
      <p:boldItalic r:id="rId19"/>
    </p:embeddedFont>
    <p:embeddedFont>
      <p:font typeface="Calibri" panose="020F0502020204030204" pitchFamily="34" charset="0"/>
      <p:regular r:id="rId20"/>
      <p:bold r:id="rId21"/>
      <p:italic r:id="rId22"/>
      <p:boldItalic r:id="rId23"/>
    </p:embeddedFont>
    <p:embeddedFont>
      <p:font typeface="Tahoma" panose="020B0604030504040204" pitchFamily="34" charset="0"/>
      <p:regular r:id="rId24"/>
      <p:bold r:id="rId25"/>
    </p:embeddedFont>
    <p:embeddedFont>
      <p:font typeface="Verdana" panose="020B060403050404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594" y="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font" Target="fonts/font8.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048600" y="771525"/>
            <a:ext cx="12192600" cy="38576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828800" y="4886325"/>
            <a:ext cx="14630400" cy="46291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"Welcome to our presentation on Confluence: Empowering Collaboration and Productivity. Today, we'll explore how Confluence can enhance team collaboration and productivity by providing a dynamic workspace for creating, capturing, and collaborating on projects and ideas."</a:t>
            </a:r>
            <a:endParaRPr/>
          </a:p>
        </p:txBody>
      </p:sp>
      <p:sp>
        <p:nvSpPr>
          <p:cNvPr id="44" name="Google Shape;44;p1: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t>"Atlassian is a global software company that empowers teams to collaborate effectively. Our mission is to unleash the potential of every team. Founded by Mike Cannon-Brookes and Scott Farquhar in 2002, Atlassian has grown into a powerhouse with a presence in 13 countries.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   Confluence is a team workspace where knowledge and collaboration converge. Dynamic pages allow your team to create, capture, and collaborate on any project or idea. It’s a hub for documentation, project collaboration, Jira integrations, and more."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t> "Confluence boosts teamwork and knowledge sharing through:</a:t>
            </a:r>
            <a:endParaRPr/>
          </a:p>
          <a:p>
            <a:pPr marL="0" lvl="0" indent="0" algn="l" rtl="0">
              <a:spcBef>
                <a:spcPts val="0"/>
              </a:spcBef>
              <a:spcAft>
                <a:spcPts val="0"/>
              </a:spcAft>
              <a:buClr>
                <a:schemeClr val="dk1"/>
              </a:buClr>
              <a:buSzPts val="1100"/>
              <a:buFont typeface="Arial"/>
              <a:buNone/>
            </a:pPr>
            <a:r>
              <a:rPr lang="en-US"/>
              <a:t>   1. Centralized Knowledge Base: Collaboratively create, edit, and share documents and web pages.</a:t>
            </a:r>
            <a:endParaRPr/>
          </a:p>
          <a:p>
            <a:pPr marL="0" lvl="0" indent="0" algn="l" rtl="0">
              <a:spcBef>
                <a:spcPts val="0"/>
              </a:spcBef>
              <a:spcAft>
                <a:spcPts val="0"/>
              </a:spcAft>
              <a:buClr>
                <a:schemeClr val="dk1"/>
              </a:buClr>
              <a:buSzPts val="1100"/>
              <a:buFont typeface="Arial"/>
              <a:buNone/>
            </a:pPr>
            <a:r>
              <a:rPr lang="en-US"/>
              <a:t>   2. Organized Workspaces: Group related content in 'Spaces' for easy access and navigation.</a:t>
            </a:r>
            <a:endParaRPr/>
          </a:p>
          <a:p>
            <a:pPr marL="0" lvl="0" indent="0" algn="l" rtl="0">
              <a:spcBef>
                <a:spcPts val="0"/>
              </a:spcBef>
              <a:spcAft>
                <a:spcPts val="0"/>
              </a:spcAft>
              <a:buClr>
                <a:schemeClr val="dk1"/>
              </a:buClr>
              <a:buSzPts val="1100"/>
              <a:buFont typeface="Arial"/>
              <a:buNone/>
            </a:pPr>
            <a:r>
              <a:rPr lang="en-US"/>
              <a:t>   3. Real-Time Collaboration: Work together on documents simultaneously and see edits as they happen.</a:t>
            </a:r>
            <a:endParaRPr/>
          </a:p>
          <a:p>
            <a:pPr marL="0" lvl="0" indent="0" algn="l" rtl="0">
              <a:spcBef>
                <a:spcPts val="0"/>
              </a:spcBef>
              <a:spcAft>
                <a:spcPts val="0"/>
              </a:spcAft>
              <a:buClr>
                <a:schemeClr val="dk1"/>
              </a:buClr>
              <a:buSzPts val="1100"/>
              <a:buFont typeface="Arial"/>
              <a:buNone/>
            </a:pPr>
            <a:r>
              <a:rPr lang="en-US"/>
              <a:t>   4. Advanced Features: Integrate calendars, automate tasks, and leverage powerful add-ons for even greater functionality.</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   Confluence keeps your team on the same page and your information organized."</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75" name="Google Shape;75;p3: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"Confluence serves as a hub for team collaboration, knowledge sharing, and project management. Dynamic pages allow for easy creation, capture, and collaboration on any project or idea. Structured spaces organize related content, ensuring a streamlined workflow."</a:t>
            </a:r>
            <a:endParaRPr/>
          </a:p>
        </p:txBody>
      </p:sp>
      <p:sp>
        <p:nvSpPr>
          <p:cNvPr id="99" name="Google Shape;99;p4: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t>  "Many teams face problems such as lost ideas buried in emails or chat, isolated pockets of knowledge that hinder team collaboration, and a lack of a single source of truth leading to confusion and inefficiencies. Confluence addresses these issues by capturing great ideas within living documents, ensuring nothing gets lost. Information flows freely across the organization, breaking down silos. Confluence houses everything from project plans to blogs to documentation, serving as a single source of truth."</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dirty="0"/>
              <a:t>  </a:t>
            </a:r>
            <a:r>
              <a:rPr lang="en-US" dirty="0" smtClean="0"/>
              <a:t>Confluence stands out in the crowd with its ease of use, featuring an intuitive and user-friendly interface. It's ideal for organizing and managing project plans, documentation, and other structured content. Confluence facilitates seamless team collaboration with real-time editing and commenting."</a:t>
            </a:r>
          </a:p>
          <a:p>
            <a:pPr marL="0" lvl="0" indent="0" algn="l" rtl="0">
              <a:spcBef>
                <a:spcPts val="0"/>
              </a:spcBef>
              <a:spcAft>
                <a:spcPts val="0"/>
              </a:spcAft>
              <a:buClr>
                <a:schemeClr val="dk1"/>
              </a:buClr>
              <a:buSzPts val="1100"/>
              <a:buFont typeface="Arial"/>
              <a:buNone/>
            </a:pPr>
            <a:endParaRPr dirty="0"/>
          </a:p>
        </p:txBody>
      </p:sp>
      <p:sp>
        <p:nvSpPr>
          <p:cNvPr id="135" name="Google Shape;135;p6: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rtl="0"/>
            <a:r>
              <a:rPr lang="en-US" sz="1100" b="0" i="0" u="none" strike="noStrike" cap="none" dirty="0" smtClean="0">
                <a:solidFill>
                  <a:srgbClr val="000000"/>
                </a:solidFill>
                <a:effectLst/>
                <a:latin typeface="Arial"/>
                <a:ea typeface="Arial"/>
                <a:cs typeface="Arial"/>
                <a:sym typeface="Arial"/>
              </a:rPr>
              <a:t>"Confluence offers several pricing plans:</a:t>
            </a:r>
            <a:endParaRPr lang="en-US" dirty="0" smtClean="0">
              <a:effectLst/>
            </a:endParaRPr>
          </a:p>
          <a:p>
            <a:pPr rtl="0"/>
            <a:r>
              <a:rPr lang="en-US" sz="1100" b="0" i="0" u="none" strike="noStrike" cap="none" dirty="0" smtClean="0">
                <a:solidFill>
                  <a:srgbClr val="000000"/>
                </a:solidFill>
                <a:effectLst/>
                <a:latin typeface="Arial"/>
                <a:ea typeface="Arial"/>
                <a:cs typeface="Arial"/>
                <a:sym typeface="Arial"/>
              </a:rPr>
              <a:t>   1. Free Plan: Ideal for small teams of up to 10 users, providing essential features and 2 GB of file storage.</a:t>
            </a:r>
            <a:endParaRPr lang="en-US" dirty="0" smtClean="0">
              <a:effectLst/>
            </a:endParaRPr>
          </a:p>
          <a:p>
            <a:pPr rtl="0"/>
            <a:r>
              <a:rPr lang="en-US" sz="1100" b="0" i="0" u="none" strike="noStrike" cap="none" dirty="0" smtClean="0">
                <a:solidFill>
                  <a:srgbClr val="000000"/>
                </a:solidFill>
                <a:effectLst/>
                <a:latin typeface="Arial"/>
                <a:ea typeface="Arial"/>
                <a:cs typeface="Arial"/>
                <a:sym typeface="Arial"/>
              </a:rPr>
              <a:t>   2. Standard Plan: Priced at $5.50 per user/month, it includes unlimited spaces, page versioning, and more.</a:t>
            </a:r>
            <a:endParaRPr lang="en-US" dirty="0" smtClean="0">
              <a:effectLst/>
            </a:endParaRPr>
          </a:p>
          <a:p>
            <a:pPr rtl="0"/>
            <a:r>
              <a:rPr lang="en-US" sz="1100" b="0" i="0" u="none" strike="noStrike" cap="none" dirty="0" smtClean="0">
                <a:solidFill>
                  <a:srgbClr val="000000"/>
                </a:solidFill>
                <a:effectLst/>
                <a:latin typeface="Arial"/>
                <a:ea typeface="Arial"/>
                <a:cs typeface="Arial"/>
                <a:sym typeface="Arial"/>
              </a:rPr>
              <a:t>   3. Premium Plan: At $10.50 per user/month, you get advanced features like analytics, automation, and whiteboards.</a:t>
            </a:r>
            <a:endParaRPr lang="en-US" dirty="0" smtClean="0">
              <a:effectLst/>
            </a:endParaRPr>
          </a:p>
          <a:p>
            <a:pPr rtl="0"/>
            <a:r>
              <a:rPr lang="en-US" sz="1100" b="0" i="0" u="none" strike="noStrike" cap="none" dirty="0" smtClean="0">
                <a:solidFill>
                  <a:srgbClr val="000000"/>
                </a:solidFill>
                <a:effectLst/>
                <a:latin typeface="Arial"/>
                <a:ea typeface="Arial"/>
                <a:cs typeface="Arial"/>
                <a:sym typeface="Arial"/>
              </a:rPr>
              <a:t>   4. Enterprise Plan: For larger organizations with specific requirements. Contact </a:t>
            </a:r>
            <a:r>
              <a:rPr lang="en-US" sz="1100" b="0" i="0" u="none" strike="noStrike" cap="none" dirty="0" err="1" smtClean="0">
                <a:solidFill>
                  <a:srgbClr val="000000"/>
                </a:solidFill>
                <a:effectLst/>
                <a:latin typeface="Arial"/>
                <a:ea typeface="Arial"/>
                <a:cs typeface="Arial"/>
                <a:sym typeface="Arial"/>
              </a:rPr>
              <a:t>Atlassian</a:t>
            </a:r>
            <a:r>
              <a:rPr lang="en-US" sz="1100" b="0" i="0" u="none" strike="noStrike" cap="none" dirty="0" smtClean="0">
                <a:solidFill>
                  <a:srgbClr val="000000"/>
                </a:solidFill>
                <a:effectLst/>
                <a:latin typeface="Arial"/>
                <a:ea typeface="Arial"/>
                <a:cs typeface="Arial"/>
                <a:sym typeface="Arial"/>
              </a:rPr>
              <a:t> for tailored solutions."</a:t>
            </a:r>
            <a:endParaRPr lang="en-US" dirty="0" smtClean="0">
              <a:effectLst/>
            </a:endParaRPr>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None/>
            </a:pPr>
            <a:endParaRPr dirty="0"/>
          </a:p>
        </p:txBody>
      </p:sp>
      <p:sp>
        <p:nvSpPr>
          <p:cNvPr id="153" name="Google Shape;153;p7: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t> "Stop wasting time searching for information and start collaborating seamlessly! Get a free trial of Confluence today by visiting www.atlassian.com/software/confluence. Want to see Confluence in action? Watch a demo on our website at https://confluence.atlassian.com."</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162" name="Google Shape;162;p8: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1828800" y="4886325"/>
            <a:ext cx="14630400" cy="4629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"Thank you for watching! We appreciate your time and interest in Confluence. If you have any questions or need more information, please feel free to contact us."</a:t>
            </a:r>
            <a:endParaRPr/>
          </a:p>
        </p:txBody>
      </p:sp>
      <p:sp>
        <p:nvSpPr>
          <p:cNvPr id="180" name="Google Shape;180;p9:notes"/>
          <p:cNvSpPr>
            <a:spLocks noGrp="1" noRot="1" noChangeAspect="1"/>
          </p:cNvSpPr>
          <p:nvPr>
            <p:ph type="sldImg" idx="2"/>
          </p:nvPr>
        </p:nvSpPr>
        <p:spPr>
          <a:xfrm>
            <a:off x="5715000" y="771525"/>
            <a:ext cx="6859588" cy="38576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
        <p:cNvGrpSpPr/>
        <p:nvPr/>
      </p:nvGrpSpPr>
      <p:grpSpPr>
        <a:xfrm>
          <a:off x="0" y="0"/>
          <a:ext cx="0" cy="0"/>
          <a:chOff x="0" y="0"/>
          <a:chExt cx="0" cy="0"/>
        </a:xfrm>
      </p:grpSpPr>
      <p:sp>
        <p:nvSpPr>
          <p:cNvPr id="13" name="Google Shape;13;p2"/>
          <p:cNvSpPr txBox="1">
            <a:spLocks noGrp="1"/>
          </p:cNvSpPr>
          <p:nvPr>
            <p:ph type="title"/>
          </p:nvPr>
        </p:nvSpPr>
        <p:spPr>
          <a:xfrm>
            <a:off x="3405082" y="1386930"/>
            <a:ext cx="11477835" cy="9017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750" b="1" i="0">
                <a:solidFill>
                  <a:srgbClr val="231F20"/>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body" idx="1"/>
          </p:nvPr>
        </p:nvSpPr>
        <p:spPr>
          <a:xfrm>
            <a:off x="3519087" y="3044378"/>
            <a:ext cx="11249824" cy="411670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300" b="0" i="0">
                <a:solidFill>
                  <a:srgbClr val="0F0E0D"/>
                </a:solidFill>
                <a:latin typeface="Tahoma"/>
                <a:ea typeface="Tahoma"/>
                <a:cs typeface="Tahoma"/>
                <a:sym typeface="Tahoma"/>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Only">
  <p:cSld name="Title Only">
    <p:bg>
      <p:bgPr>
        <a:solidFill>
          <a:schemeClr val="lt1"/>
        </a:solidFill>
        <a:effectLst/>
      </p:bgPr>
    </p:bg>
    <p:spTree>
      <p:nvGrpSpPr>
        <p:cNvPr id="1"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a:stretch/>
        </p:blipFill>
        <p:spPr>
          <a:xfrm>
            <a:off x="0" y="0"/>
            <a:ext cx="18287999" cy="10286999"/>
          </a:xfrm>
          <a:prstGeom prst="rect">
            <a:avLst/>
          </a:prstGeom>
          <a:noFill/>
          <a:ln>
            <a:noFill/>
          </a:ln>
        </p:spPr>
      </p:pic>
      <p:pic>
        <p:nvPicPr>
          <p:cNvPr id="20" name="Google Shape;20;p3"/>
          <p:cNvPicPr preferRelativeResize="0"/>
          <p:nvPr/>
        </p:nvPicPr>
        <p:blipFill rotWithShape="1">
          <a:blip r:embed="rId3">
            <a:alphaModFix/>
          </a:blip>
          <a:srcRect/>
          <a:stretch/>
        </p:blipFill>
        <p:spPr>
          <a:xfrm>
            <a:off x="9265196" y="876"/>
            <a:ext cx="9022756" cy="9851747"/>
          </a:xfrm>
          <a:prstGeom prst="rect">
            <a:avLst/>
          </a:prstGeom>
          <a:noFill/>
          <a:ln>
            <a:noFill/>
          </a:ln>
        </p:spPr>
      </p:pic>
      <p:sp>
        <p:nvSpPr>
          <p:cNvPr id="21" name="Google Shape;21;p3"/>
          <p:cNvSpPr txBox="1">
            <a:spLocks noGrp="1"/>
          </p:cNvSpPr>
          <p:nvPr>
            <p:ph type="title"/>
          </p:nvPr>
        </p:nvSpPr>
        <p:spPr>
          <a:xfrm>
            <a:off x="3405082" y="1386930"/>
            <a:ext cx="11477835" cy="9017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750" b="1" i="0">
                <a:solidFill>
                  <a:srgbClr val="231F20"/>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1371600" y="3188970"/>
            <a:ext cx="15544800" cy="21602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2743200" y="5760720"/>
            <a:ext cx="12801600" cy="25717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3405082" y="1386930"/>
            <a:ext cx="11477835" cy="9017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750" b="1" i="0">
                <a:solidFill>
                  <a:srgbClr val="231F20"/>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914400" y="2366010"/>
            <a:ext cx="7955280" cy="678942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5"/>
          <p:cNvSpPr txBox="1">
            <a:spLocks noGrp="1"/>
          </p:cNvSpPr>
          <p:nvPr>
            <p:ph type="body" idx="2"/>
          </p:nvPr>
        </p:nvSpPr>
        <p:spPr>
          <a:xfrm>
            <a:off x="9418320" y="2366010"/>
            <a:ext cx="7955280" cy="678942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8"/>
        <p:cNvGrpSpPr/>
        <p:nvPr/>
      </p:nvGrpSpPr>
      <p:grpSpPr>
        <a:xfrm>
          <a:off x="0" y="0"/>
          <a:ext cx="0" cy="0"/>
          <a:chOff x="0" y="0"/>
          <a:chExt cx="0" cy="0"/>
        </a:xfrm>
      </p:grpSpPr>
      <p:sp>
        <p:nvSpPr>
          <p:cNvPr id="39" name="Google Shape;39;p6"/>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7">
            <a:alphaModFix/>
          </a:blip>
          <a:srcRect/>
          <a:stretch/>
        </p:blipFill>
        <p:spPr>
          <a:xfrm>
            <a:off x="0" y="0"/>
            <a:ext cx="18287999" cy="10286999"/>
          </a:xfrm>
          <a:prstGeom prst="rect">
            <a:avLst/>
          </a:prstGeom>
          <a:noFill/>
          <a:ln>
            <a:noFill/>
          </a:ln>
        </p:spPr>
      </p:pic>
      <p:sp>
        <p:nvSpPr>
          <p:cNvPr id="7" name="Google Shape;7;p1"/>
          <p:cNvSpPr txBox="1">
            <a:spLocks noGrp="1"/>
          </p:cNvSpPr>
          <p:nvPr>
            <p:ph type="title"/>
          </p:nvPr>
        </p:nvSpPr>
        <p:spPr>
          <a:xfrm>
            <a:off x="3405082" y="1386930"/>
            <a:ext cx="11477835" cy="9017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5750" b="1" i="0" u="none" strike="noStrike" cap="none">
                <a:solidFill>
                  <a:srgbClr val="231F20"/>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3519087" y="3044378"/>
            <a:ext cx="11249824" cy="411670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300" b="0" i="0" u="none" strike="noStrike" cap="none">
                <a:solidFill>
                  <a:srgbClr val="0F0E0D"/>
                </a:solidFill>
                <a:latin typeface="Tahoma"/>
                <a:ea typeface="Tahoma"/>
                <a:cs typeface="Tahoma"/>
                <a:sym typeface="Tahoma"/>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6217920" y="9566910"/>
            <a:ext cx="5852160" cy="51435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0" name="Google Shape;10;p1"/>
          <p:cNvSpPr txBox="1">
            <a:spLocks noGrp="1"/>
          </p:cNvSpPr>
          <p:nvPr>
            <p:ph type="dt" idx="10"/>
          </p:nvPr>
        </p:nvSpPr>
        <p:spPr>
          <a:xfrm>
            <a:off x="914400" y="9566910"/>
            <a:ext cx="4206240" cy="51435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1" name="Google Shape;11;p1"/>
          <p:cNvSpPr txBox="1">
            <a:spLocks noGrp="1"/>
          </p:cNvSpPr>
          <p:nvPr>
            <p:ph type="sldNum" idx="12"/>
          </p:nvPr>
        </p:nvSpPr>
        <p:spPr>
          <a:xfrm>
            <a:off x="13167361" y="9566910"/>
            <a:ext cx="4206240" cy="51435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defRPr>
            </a:lvl1pPr>
            <a:lvl2pPr marL="0" marR="0" lvl="1" indent="0" algn="r" rtl="0">
              <a:spcBef>
                <a:spcPts val="0"/>
              </a:spcBef>
              <a:buNone/>
              <a:defRPr sz="1800" b="0" i="0" u="none" strike="noStrike" cap="none">
                <a:solidFill>
                  <a:srgbClr val="888888"/>
                </a:solidFill>
              </a:defRPr>
            </a:lvl2pPr>
            <a:lvl3pPr marL="0" marR="0" lvl="2" indent="0" algn="r" rtl="0">
              <a:spcBef>
                <a:spcPts val="0"/>
              </a:spcBef>
              <a:buNone/>
              <a:defRPr sz="1800" b="0" i="0" u="none" strike="noStrike" cap="none">
                <a:solidFill>
                  <a:srgbClr val="888888"/>
                </a:solidFill>
              </a:defRPr>
            </a:lvl3pPr>
            <a:lvl4pPr marL="0" marR="0" lvl="3" indent="0" algn="r" rtl="0">
              <a:spcBef>
                <a:spcPts val="0"/>
              </a:spcBef>
              <a:buNone/>
              <a:defRPr sz="1800" b="0" i="0" u="none" strike="noStrike" cap="none">
                <a:solidFill>
                  <a:srgbClr val="888888"/>
                </a:solidFill>
              </a:defRPr>
            </a:lvl4pPr>
            <a:lvl5pPr marL="0" marR="0" lvl="4" indent="0" algn="r" rtl="0">
              <a:spcBef>
                <a:spcPts val="0"/>
              </a:spcBef>
              <a:buNone/>
              <a:defRPr sz="1800" b="0" i="0" u="none" strike="noStrike" cap="none">
                <a:solidFill>
                  <a:srgbClr val="888888"/>
                </a:solidFill>
              </a:defRPr>
            </a:lvl5pPr>
            <a:lvl6pPr marL="0" marR="0" lvl="5" indent="0" algn="r" rtl="0">
              <a:spcBef>
                <a:spcPts val="0"/>
              </a:spcBef>
              <a:buNone/>
              <a:defRPr sz="1800" b="0" i="0" u="none" strike="noStrike" cap="none">
                <a:solidFill>
                  <a:srgbClr val="888888"/>
                </a:solidFill>
              </a:defRPr>
            </a:lvl6pPr>
            <a:lvl7pPr marL="0" marR="0" lvl="6" indent="0" algn="r" rtl="0">
              <a:spcBef>
                <a:spcPts val="0"/>
              </a:spcBef>
              <a:buNone/>
              <a:defRPr sz="1800" b="0" i="0" u="none" strike="noStrike" cap="none">
                <a:solidFill>
                  <a:srgbClr val="888888"/>
                </a:solidFill>
              </a:defRPr>
            </a:lvl7pPr>
            <a:lvl8pPr marL="0" marR="0" lvl="7" indent="0" algn="r" rtl="0">
              <a:spcBef>
                <a:spcPts val="0"/>
              </a:spcBef>
              <a:buNone/>
              <a:defRPr sz="1800" b="0" i="0" u="none" strike="noStrike" cap="none">
                <a:solidFill>
                  <a:srgbClr val="888888"/>
                </a:solidFill>
              </a:defRPr>
            </a:lvl8pPr>
            <a:lvl9pPr marL="0" marR="0" lvl="8" indent="0" algn="r" rtl="0">
              <a:spcBef>
                <a:spcPts val="0"/>
              </a:spcBef>
              <a:buNone/>
              <a:defRPr sz="1800" b="0" i="0" u="none" strike="noStrike" cap="none">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png"/><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hyperlink" Target="https://confluence.atlassian.com/" TargetMode="External"/><Relationship Id="rId3" Type="http://schemas.openxmlformats.org/officeDocument/2006/relationships/image" Target="../media/image27.png"/><Relationship Id="rId7" Type="http://schemas.openxmlformats.org/officeDocument/2006/relationships/hyperlink" Target="http://www.atlassian.com/softw"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hyperlink" Target="https://confluence.atlassian.co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grpSp>
        <p:nvGrpSpPr>
          <p:cNvPr id="46" name="Google Shape;46;p7"/>
          <p:cNvGrpSpPr/>
          <p:nvPr/>
        </p:nvGrpSpPr>
        <p:grpSpPr>
          <a:xfrm>
            <a:off x="0" y="0"/>
            <a:ext cx="18287999" cy="10286999"/>
            <a:chOff x="0" y="0"/>
            <a:chExt cx="18287999" cy="10286999"/>
          </a:xfrm>
        </p:grpSpPr>
        <p:pic>
          <p:nvPicPr>
            <p:cNvPr id="47" name="Google Shape;47;p7"/>
            <p:cNvPicPr preferRelativeResize="0"/>
            <p:nvPr/>
          </p:nvPicPr>
          <p:blipFill rotWithShape="1">
            <a:blip r:embed="rId3">
              <a:alphaModFix/>
            </a:blip>
            <a:srcRect/>
            <a:stretch/>
          </p:blipFill>
          <p:spPr>
            <a:xfrm>
              <a:off x="0" y="5699437"/>
              <a:ext cx="18287999" cy="4587562"/>
            </a:xfrm>
            <a:prstGeom prst="rect">
              <a:avLst/>
            </a:prstGeom>
            <a:noFill/>
            <a:ln>
              <a:noFill/>
            </a:ln>
          </p:spPr>
        </p:pic>
        <p:pic>
          <p:nvPicPr>
            <p:cNvPr id="48" name="Google Shape;48;p7"/>
            <p:cNvPicPr preferRelativeResize="0"/>
            <p:nvPr/>
          </p:nvPicPr>
          <p:blipFill rotWithShape="1">
            <a:blip r:embed="rId4">
              <a:alphaModFix/>
            </a:blip>
            <a:srcRect/>
            <a:stretch/>
          </p:blipFill>
          <p:spPr>
            <a:xfrm>
              <a:off x="0" y="0"/>
              <a:ext cx="5705135" cy="5537199"/>
            </a:xfrm>
            <a:prstGeom prst="rect">
              <a:avLst/>
            </a:prstGeom>
            <a:noFill/>
            <a:ln>
              <a:noFill/>
            </a:ln>
          </p:spPr>
        </p:pic>
        <p:sp>
          <p:nvSpPr>
            <p:cNvPr id="49" name="Google Shape;49;p7"/>
            <p:cNvSpPr/>
            <p:nvPr/>
          </p:nvSpPr>
          <p:spPr>
            <a:xfrm>
              <a:off x="5927099" y="247297"/>
              <a:ext cx="9810750" cy="4209415"/>
            </a:xfrm>
            <a:custGeom>
              <a:avLst/>
              <a:gdLst/>
              <a:ahLst/>
              <a:cxnLst/>
              <a:rect l="l" t="t" r="r" b="b"/>
              <a:pathLst>
                <a:path w="9810750" h="4209415" extrusionOk="0">
                  <a:moveTo>
                    <a:pt x="9810749" y="4208823"/>
                  </a:moveTo>
                  <a:lnTo>
                    <a:pt x="0" y="4208823"/>
                  </a:lnTo>
                  <a:lnTo>
                    <a:pt x="0" y="0"/>
                  </a:lnTo>
                </a:path>
              </a:pathLst>
            </a:custGeom>
            <a:noFill/>
            <a:ln w="761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50" name="Google Shape;50;p7"/>
            <p:cNvPicPr preferRelativeResize="0"/>
            <p:nvPr/>
          </p:nvPicPr>
          <p:blipFill rotWithShape="1">
            <a:blip r:embed="rId5">
              <a:alphaModFix/>
            </a:blip>
            <a:srcRect/>
            <a:stretch/>
          </p:blipFill>
          <p:spPr>
            <a:xfrm>
              <a:off x="16478763" y="518094"/>
              <a:ext cx="781049" cy="781049"/>
            </a:xfrm>
            <a:prstGeom prst="rect">
              <a:avLst/>
            </a:prstGeom>
            <a:noFill/>
            <a:ln>
              <a:noFill/>
            </a:ln>
          </p:spPr>
        </p:pic>
      </p:grpSp>
      <p:sp>
        <p:nvSpPr>
          <p:cNvPr id="51" name="Google Shape;51;p7"/>
          <p:cNvSpPr txBox="1"/>
          <p:nvPr/>
        </p:nvSpPr>
        <p:spPr>
          <a:xfrm>
            <a:off x="7248693" y="2390198"/>
            <a:ext cx="7172400" cy="1437900"/>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None/>
            </a:pPr>
            <a:r>
              <a:rPr lang="en-US" sz="9250" b="1">
                <a:solidFill>
                  <a:srgbClr val="231F20"/>
                </a:solidFill>
                <a:latin typeface="Trebuchet MS"/>
                <a:ea typeface="Trebuchet MS"/>
                <a:cs typeface="Trebuchet MS"/>
                <a:sym typeface="Trebuchet MS"/>
              </a:rPr>
              <a:t>CONFLUENE</a:t>
            </a:r>
            <a:endParaRPr sz="9250">
              <a:latin typeface="Trebuchet MS"/>
              <a:ea typeface="Trebuchet MS"/>
              <a:cs typeface="Trebuchet MS"/>
              <a:sym typeface="Trebuchet MS"/>
            </a:endParaRPr>
          </a:p>
        </p:txBody>
      </p:sp>
      <p:sp>
        <p:nvSpPr>
          <p:cNvPr id="52" name="Google Shape;52;p7"/>
          <p:cNvSpPr txBox="1"/>
          <p:nvPr/>
        </p:nvSpPr>
        <p:spPr>
          <a:xfrm>
            <a:off x="5786700" y="4917368"/>
            <a:ext cx="9841230" cy="4298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650" b="1">
                <a:solidFill>
                  <a:srgbClr val="231F20"/>
                </a:solidFill>
                <a:latin typeface="Tahoma"/>
                <a:ea typeface="Tahoma"/>
                <a:cs typeface="Tahoma"/>
                <a:sym typeface="Tahoma"/>
              </a:rPr>
              <a:t>EMPOWERING COLLABORATION AND PRODUCTIVITY</a:t>
            </a:r>
            <a:endParaRPr sz="2650">
              <a:latin typeface="Tahoma"/>
              <a:ea typeface="Tahoma"/>
              <a:cs typeface="Tahoma"/>
              <a:sym typeface="Tahoma"/>
            </a:endParaRPr>
          </a:p>
        </p:txBody>
      </p:sp>
      <p:sp>
        <p:nvSpPr>
          <p:cNvPr id="53" name="Google Shape;53;p7"/>
          <p:cNvSpPr txBox="1"/>
          <p:nvPr/>
        </p:nvSpPr>
        <p:spPr>
          <a:xfrm>
            <a:off x="15996980" y="1545051"/>
            <a:ext cx="1744345" cy="213995"/>
          </a:xfrm>
          <a:prstGeom prst="rect">
            <a:avLst/>
          </a:prstGeom>
          <a:noFill/>
          <a:ln>
            <a:noFill/>
          </a:ln>
        </p:spPr>
        <p:txBody>
          <a:bodyPr spcFirstLastPara="1" wrap="square" lIns="0" tIns="17125" rIns="0" bIns="0" anchor="t" anchorCtr="0">
            <a:spAutoFit/>
          </a:bodyPr>
          <a:lstStyle/>
          <a:p>
            <a:pPr marL="12700" marR="0" lvl="0" indent="0" algn="l" rtl="0">
              <a:lnSpc>
                <a:spcPct val="100000"/>
              </a:lnSpc>
              <a:spcBef>
                <a:spcPts val="0"/>
              </a:spcBef>
              <a:spcAft>
                <a:spcPts val="0"/>
              </a:spcAft>
              <a:buNone/>
            </a:pPr>
            <a:r>
              <a:rPr lang="en-US" sz="1200" b="1">
                <a:solidFill>
                  <a:srgbClr val="231F20"/>
                </a:solidFill>
                <a:latin typeface="Tahoma"/>
                <a:ea typeface="Tahoma"/>
                <a:cs typeface="Tahoma"/>
                <a:sym typeface="Tahoma"/>
              </a:rPr>
              <a:t>CONFLUENCE. COM</a:t>
            </a:r>
            <a:endParaRPr sz="1200">
              <a:latin typeface="Tahoma"/>
              <a:ea typeface="Tahoma"/>
              <a:cs typeface="Tahoma"/>
              <a:sym typeface="Tahoma"/>
            </a:endParaRPr>
          </a:p>
        </p:txBody>
      </p:sp>
      <p:sp>
        <p:nvSpPr>
          <p:cNvPr id="54" name="Google Shape;54;p7"/>
          <p:cNvSpPr txBox="1">
            <a:spLocks noGrp="1"/>
          </p:cNvSpPr>
          <p:nvPr>
            <p:ph type="title"/>
          </p:nvPr>
        </p:nvSpPr>
        <p:spPr>
          <a:xfrm>
            <a:off x="8576934" y="358480"/>
            <a:ext cx="4515485" cy="11988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7700">
                <a:latin typeface="Tahoma"/>
                <a:ea typeface="Tahoma"/>
                <a:cs typeface="Tahoma"/>
                <a:sym typeface="Tahoma"/>
              </a:rPr>
              <a:t>Atlassian</a:t>
            </a:r>
            <a:endParaRPr sz="7700">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pSp>
        <p:nvGrpSpPr>
          <p:cNvPr id="59" name="Google Shape;59;p8"/>
          <p:cNvGrpSpPr/>
          <p:nvPr/>
        </p:nvGrpSpPr>
        <p:grpSpPr>
          <a:xfrm>
            <a:off x="0" y="337473"/>
            <a:ext cx="17960037" cy="9566910"/>
            <a:chOff x="0" y="337473"/>
            <a:chExt cx="17960037" cy="9566910"/>
          </a:xfrm>
        </p:grpSpPr>
        <p:sp>
          <p:nvSpPr>
            <p:cNvPr id="60" name="Google Shape;60;p8"/>
            <p:cNvSpPr/>
            <p:nvPr/>
          </p:nvSpPr>
          <p:spPr>
            <a:xfrm>
              <a:off x="13662992" y="337473"/>
              <a:ext cx="4297045" cy="9566910"/>
            </a:xfrm>
            <a:custGeom>
              <a:avLst/>
              <a:gdLst/>
              <a:ahLst/>
              <a:cxnLst/>
              <a:rect l="l" t="t" r="r" b="b"/>
              <a:pathLst>
                <a:path w="4297044" h="9566910" extrusionOk="0">
                  <a:moveTo>
                    <a:pt x="4296548" y="9566533"/>
                  </a:moveTo>
                  <a:lnTo>
                    <a:pt x="0" y="9566533"/>
                  </a:lnTo>
                  <a:lnTo>
                    <a:pt x="0" y="0"/>
                  </a:lnTo>
                  <a:lnTo>
                    <a:pt x="4296548" y="0"/>
                  </a:lnTo>
                  <a:lnTo>
                    <a:pt x="4296548" y="9566533"/>
                  </a:lnTo>
                  <a:close/>
                </a:path>
              </a:pathLst>
            </a:custGeom>
            <a:solidFill>
              <a:srgbClr val="CCCCC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61" name="Google Shape;61;p8"/>
            <p:cNvPicPr preferRelativeResize="0"/>
            <p:nvPr/>
          </p:nvPicPr>
          <p:blipFill rotWithShape="1">
            <a:blip r:embed="rId3">
              <a:alphaModFix/>
            </a:blip>
            <a:srcRect/>
            <a:stretch/>
          </p:blipFill>
          <p:spPr>
            <a:xfrm>
              <a:off x="2142190" y="4828880"/>
              <a:ext cx="9753598" cy="1028699"/>
            </a:xfrm>
            <a:prstGeom prst="rect">
              <a:avLst/>
            </a:prstGeom>
            <a:noFill/>
            <a:ln>
              <a:noFill/>
            </a:ln>
          </p:spPr>
        </p:pic>
        <p:sp>
          <p:nvSpPr>
            <p:cNvPr id="62" name="Google Shape;62;p8"/>
            <p:cNvSpPr/>
            <p:nvPr/>
          </p:nvSpPr>
          <p:spPr>
            <a:xfrm>
              <a:off x="94150" y="3292640"/>
              <a:ext cx="12806045" cy="1949450"/>
            </a:xfrm>
            <a:custGeom>
              <a:avLst/>
              <a:gdLst/>
              <a:ahLst/>
              <a:cxnLst/>
              <a:rect l="l" t="t" r="r" b="b"/>
              <a:pathLst>
                <a:path w="12806045" h="1949450" extrusionOk="0">
                  <a:moveTo>
                    <a:pt x="12805527" y="1948998"/>
                  </a:moveTo>
                  <a:lnTo>
                    <a:pt x="0" y="1948998"/>
                  </a:lnTo>
                  <a:lnTo>
                    <a:pt x="0" y="0"/>
                  </a:lnTo>
                  <a:lnTo>
                    <a:pt x="12805527" y="0"/>
                  </a:lnTo>
                  <a:lnTo>
                    <a:pt x="12805527" y="1948998"/>
                  </a:lnTo>
                  <a:close/>
                </a:path>
              </a:pathLst>
            </a:custGeom>
            <a:solidFill>
              <a:srgbClr val="EFEFE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63" name="Google Shape;63;p8"/>
            <p:cNvPicPr preferRelativeResize="0"/>
            <p:nvPr/>
          </p:nvPicPr>
          <p:blipFill rotWithShape="1">
            <a:blip r:embed="rId4">
              <a:alphaModFix/>
            </a:blip>
            <a:srcRect/>
            <a:stretch/>
          </p:blipFill>
          <p:spPr>
            <a:xfrm>
              <a:off x="193753" y="3785966"/>
              <a:ext cx="1149286" cy="1170939"/>
            </a:xfrm>
            <a:prstGeom prst="rect">
              <a:avLst/>
            </a:prstGeom>
            <a:noFill/>
            <a:ln>
              <a:noFill/>
            </a:ln>
          </p:spPr>
        </p:pic>
        <p:pic>
          <p:nvPicPr>
            <p:cNvPr id="64" name="Google Shape;64;p8"/>
            <p:cNvPicPr preferRelativeResize="0"/>
            <p:nvPr/>
          </p:nvPicPr>
          <p:blipFill rotWithShape="1">
            <a:blip r:embed="rId3">
              <a:alphaModFix/>
            </a:blip>
            <a:srcRect/>
            <a:stretch/>
          </p:blipFill>
          <p:spPr>
            <a:xfrm>
              <a:off x="2142190" y="7210021"/>
              <a:ext cx="9753598" cy="1028699"/>
            </a:xfrm>
            <a:prstGeom prst="rect">
              <a:avLst/>
            </a:prstGeom>
            <a:noFill/>
            <a:ln>
              <a:noFill/>
            </a:ln>
          </p:spPr>
        </p:pic>
        <p:sp>
          <p:nvSpPr>
            <p:cNvPr id="65" name="Google Shape;65;p8"/>
            <p:cNvSpPr/>
            <p:nvPr/>
          </p:nvSpPr>
          <p:spPr>
            <a:xfrm>
              <a:off x="0" y="5574206"/>
              <a:ext cx="12897485" cy="1949450"/>
            </a:xfrm>
            <a:custGeom>
              <a:avLst/>
              <a:gdLst/>
              <a:ahLst/>
              <a:cxnLst/>
              <a:rect l="l" t="t" r="r" b="b"/>
              <a:pathLst>
                <a:path w="12897485" h="1949450" extrusionOk="0">
                  <a:moveTo>
                    <a:pt x="12896887" y="1948998"/>
                  </a:moveTo>
                  <a:lnTo>
                    <a:pt x="0" y="1948998"/>
                  </a:lnTo>
                  <a:lnTo>
                    <a:pt x="0" y="0"/>
                  </a:lnTo>
                  <a:lnTo>
                    <a:pt x="12896887" y="0"/>
                  </a:lnTo>
                  <a:lnTo>
                    <a:pt x="12896887" y="1948998"/>
                  </a:lnTo>
                  <a:close/>
                </a:path>
              </a:pathLst>
            </a:custGeom>
            <a:solidFill>
              <a:srgbClr val="EFEFE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66" name="Google Shape;66;p8"/>
            <p:cNvPicPr preferRelativeResize="0"/>
            <p:nvPr/>
          </p:nvPicPr>
          <p:blipFill rotWithShape="1">
            <a:blip r:embed="rId5">
              <a:alphaModFix/>
            </a:blip>
            <a:srcRect/>
            <a:stretch/>
          </p:blipFill>
          <p:spPr>
            <a:xfrm>
              <a:off x="192491" y="5959333"/>
              <a:ext cx="1157146" cy="1179829"/>
            </a:xfrm>
            <a:prstGeom prst="rect">
              <a:avLst/>
            </a:prstGeom>
            <a:noFill/>
            <a:ln>
              <a:noFill/>
            </a:ln>
          </p:spPr>
        </p:pic>
      </p:grpSp>
      <p:sp>
        <p:nvSpPr>
          <p:cNvPr id="67" name="Google Shape;67;p8"/>
          <p:cNvSpPr txBox="1"/>
          <p:nvPr/>
        </p:nvSpPr>
        <p:spPr>
          <a:xfrm>
            <a:off x="1560546" y="5788576"/>
            <a:ext cx="10876915" cy="1282700"/>
          </a:xfrm>
          <a:prstGeom prst="rect">
            <a:avLst/>
          </a:prstGeom>
          <a:noFill/>
          <a:ln>
            <a:noFill/>
          </a:ln>
        </p:spPr>
        <p:txBody>
          <a:bodyPr spcFirstLastPara="1" wrap="square" lIns="0" tIns="52050" rIns="0" bIns="0" anchor="t" anchorCtr="0">
            <a:spAutoFit/>
          </a:bodyPr>
          <a:lstStyle/>
          <a:p>
            <a:pPr marL="12700" marR="0" lvl="0" indent="0" algn="l" rtl="0">
              <a:lnSpc>
                <a:spcPct val="100000"/>
              </a:lnSpc>
              <a:spcBef>
                <a:spcPts val="0"/>
              </a:spcBef>
              <a:spcAft>
                <a:spcPts val="0"/>
              </a:spcAft>
              <a:buNone/>
            </a:pPr>
            <a:r>
              <a:rPr lang="en-US" sz="1800">
                <a:solidFill>
                  <a:srgbClr val="231F20"/>
                </a:solidFill>
                <a:latin typeface="Lucida Sans"/>
                <a:ea typeface="Lucida Sans"/>
                <a:cs typeface="Lucida Sans"/>
                <a:sym typeface="Lucida Sans"/>
              </a:rPr>
              <a:t>Confluence is a team workspace where knowledge and collaboration converge.</a:t>
            </a:r>
            <a:endParaRPr sz="1800">
              <a:latin typeface="Lucida Sans"/>
              <a:ea typeface="Lucida Sans"/>
              <a:cs typeface="Lucida Sans"/>
              <a:sym typeface="Lucida Sans"/>
            </a:endParaRPr>
          </a:p>
          <a:p>
            <a:pPr marL="12700" marR="5080" lvl="0" indent="0" algn="l" rtl="0">
              <a:lnSpc>
                <a:spcPct val="114599"/>
              </a:lnSpc>
              <a:spcBef>
                <a:spcPts val="0"/>
              </a:spcBef>
              <a:spcAft>
                <a:spcPts val="0"/>
              </a:spcAft>
              <a:buNone/>
            </a:pPr>
            <a:r>
              <a:rPr lang="en-US" sz="1800">
                <a:solidFill>
                  <a:srgbClr val="231F20"/>
                </a:solidFill>
                <a:latin typeface="Lucida Sans"/>
                <a:ea typeface="Lucida Sans"/>
                <a:cs typeface="Lucida Sans"/>
                <a:sym typeface="Lucida Sans"/>
              </a:rPr>
              <a:t>Dynamic pages allow your team to create, capture, and collaborate on any project or  idea.</a:t>
            </a:r>
            <a:endParaRPr sz="1800">
              <a:latin typeface="Lucida Sans"/>
              <a:ea typeface="Lucida Sans"/>
              <a:cs typeface="Lucida Sans"/>
              <a:sym typeface="Lucida Sans"/>
            </a:endParaRPr>
          </a:p>
          <a:p>
            <a:pPr marL="12700" marR="0" lvl="0" indent="0" algn="l" rtl="0">
              <a:lnSpc>
                <a:spcPct val="100000"/>
              </a:lnSpc>
              <a:spcBef>
                <a:spcPts val="315"/>
              </a:spcBef>
              <a:spcAft>
                <a:spcPts val="0"/>
              </a:spcAft>
              <a:buNone/>
            </a:pPr>
            <a:r>
              <a:rPr lang="en-US" sz="1800">
                <a:solidFill>
                  <a:srgbClr val="231F20"/>
                </a:solidFill>
                <a:latin typeface="Lucida Sans"/>
                <a:ea typeface="Lucida Sans"/>
                <a:cs typeface="Lucida Sans"/>
                <a:sym typeface="Lucida Sans"/>
              </a:rPr>
              <a:t>I t ’ s a hub for documentation, project collaboration, Jira integrations, and more.</a:t>
            </a:r>
            <a:endParaRPr sz="1800">
              <a:latin typeface="Lucida Sans"/>
              <a:ea typeface="Lucida Sans"/>
              <a:cs typeface="Lucida Sans"/>
              <a:sym typeface="Lucida Sans"/>
            </a:endParaRPr>
          </a:p>
        </p:txBody>
      </p:sp>
      <p:grpSp>
        <p:nvGrpSpPr>
          <p:cNvPr id="68" name="Google Shape;68;p8"/>
          <p:cNvGrpSpPr/>
          <p:nvPr/>
        </p:nvGrpSpPr>
        <p:grpSpPr>
          <a:xfrm>
            <a:off x="0" y="2309286"/>
            <a:ext cx="17728992" cy="7975777"/>
            <a:chOff x="0" y="2309286"/>
            <a:chExt cx="17728992" cy="7975777"/>
          </a:xfrm>
        </p:grpSpPr>
        <p:pic>
          <p:nvPicPr>
            <p:cNvPr id="69" name="Google Shape;69;p8"/>
            <p:cNvPicPr preferRelativeResize="0"/>
            <p:nvPr/>
          </p:nvPicPr>
          <p:blipFill rotWithShape="1">
            <a:blip r:embed="rId6">
              <a:alphaModFix/>
            </a:blip>
            <a:srcRect/>
            <a:stretch/>
          </p:blipFill>
          <p:spPr>
            <a:xfrm>
              <a:off x="0" y="7249763"/>
              <a:ext cx="5374802" cy="3035300"/>
            </a:xfrm>
            <a:prstGeom prst="rect">
              <a:avLst/>
            </a:prstGeom>
            <a:noFill/>
            <a:ln>
              <a:noFill/>
            </a:ln>
          </p:spPr>
        </p:pic>
        <p:pic>
          <p:nvPicPr>
            <p:cNvPr id="70" name="Google Shape;70;p8"/>
            <p:cNvPicPr preferRelativeResize="0"/>
            <p:nvPr/>
          </p:nvPicPr>
          <p:blipFill rotWithShape="1">
            <a:blip r:embed="rId7">
              <a:alphaModFix/>
            </a:blip>
            <a:srcRect/>
            <a:stretch/>
          </p:blipFill>
          <p:spPr>
            <a:xfrm>
              <a:off x="12899818" y="2309286"/>
              <a:ext cx="4829174" cy="6334124"/>
            </a:xfrm>
            <a:prstGeom prst="rect">
              <a:avLst/>
            </a:prstGeom>
            <a:noFill/>
            <a:ln>
              <a:noFill/>
            </a:ln>
          </p:spPr>
        </p:pic>
      </p:grpSp>
      <p:sp>
        <p:nvSpPr>
          <p:cNvPr id="71" name="Google Shape;71;p8"/>
          <p:cNvSpPr txBox="1">
            <a:spLocks noGrp="1"/>
          </p:cNvSpPr>
          <p:nvPr>
            <p:ph type="title"/>
          </p:nvPr>
        </p:nvSpPr>
        <p:spPr>
          <a:xfrm>
            <a:off x="2129490" y="1103856"/>
            <a:ext cx="6112510" cy="154686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9950" dirty="0"/>
              <a:t>ABOUT	US</a:t>
            </a:r>
            <a:endParaRPr sz="9950" dirty="0"/>
          </a:p>
        </p:txBody>
      </p:sp>
      <p:sp>
        <p:nvSpPr>
          <p:cNvPr id="72" name="Google Shape;72;p8"/>
          <p:cNvSpPr txBox="1"/>
          <p:nvPr/>
        </p:nvSpPr>
        <p:spPr>
          <a:xfrm>
            <a:off x="1446604" y="3527714"/>
            <a:ext cx="11459210" cy="1282700"/>
          </a:xfrm>
          <a:prstGeom prst="rect">
            <a:avLst/>
          </a:prstGeom>
          <a:noFill/>
          <a:ln>
            <a:noFill/>
          </a:ln>
        </p:spPr>
        <p:txBody>
          <a:bodyPr spcFirstLastPara="1" wrap="square" lIns="0" tIns="12050" rIns="0" bIns="0" anchor="t" anchorCtr="0">
            <a:spAutoFit/>
          </a:bodyPr>
          <a:lstStyle/>
          <a:p>
            <a:pPr marL="12700" marR="232409" lvl="0" indent="0" algn="l" rtl="0">
              <a:lnSpc>
                <a:spcPct val="114599"/>
              </a:lnSpc>
              <a:spcBef>
                <a:spcPts val="0"/>
              </a:spcBef>
              <a:spcAft>
                <a:spcPts val="0"/>
              </a:spcAft>
              <a:buNone/>
            </a:pPr>
            <a:r>
              <a:rPr lang="en-US" sz="1800">
                <a:solidFill>
                  <a:srgbClr val="231F20"/>
                </a:solidFill>
                <a:latin typeface="Lucida Sans"/>
                <a:ea typeface="Lucida Sans"/>
                <a:cs typeface="Lucida Sans"/>
                <a:sym typeface="Lucida Sans"/>
              </a:rPr>
              <a:t>Atlassian is a global software company that empowers teams to collaborate effectively.  Our mission is to unleash the potential of every team.</a:t>
            </a:r>
            <a:endParaRPr sz="1800">
              <a:latin typeface="Lucida Sans"/>
              <a:ea typeface="Lucida Sans"/>
              <a:cs typeface="Lucida Sans"/>
              <a:sym typeface="Lucida Sans"/>
            </a:endParaRPr>
          </a:p>
          <a:p>
            <a:pPr marL="12700" marR="5080" lvl="0" indent="0" algn="l" rtl="0">
              <a:lnSpc>
                <a:spcPct val="114599"/>
              </a:lnSpc>
              <a:spcBef>
                <a:spcPts val="0"/>
              </a:spcBef>
              <a:spcAft>
                <a:spcPts val="0"/>
              </a:spcAft>
              <a:buNone/>
            </a:pPr>
            <a:r>
              <a:rPr lang="en-US" sz="1800">
                <a:solidFill>
                  <a:srgbClr val="231F20"/>
                </a:solidFill>
                <a:latin typeface="Lucida Sans"/>
                <a:ea typeface="Lucida Sans"/>
                <a:cs typeface="Lucida Sans"/>
                <a:sym typeface="Lucida Sans"/>
              </a:rPr>
              <a:t>Founded by Mike Cannon- Brookes and Scott Farquhar in 2002 , Atlassian has grown into a  powerhouse with a presence in 13 countries.</a:t>
            </a:r>
            <a:endParaRPr sz="1800">
              <a:latin typeface="Lucida Sans"/>
              <a:ea typeface="Lucida Sans"/>
              <a:cs typeface="Lucida Sans"/>
              <a:sym typeface="Lucid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grpSp>
        <p:nvGrpSpPr>
          <p:cNvPr id="77" name="Google Shape;77;p9"/>
          <p:cNvGrpSpPr/>
          <p:nvPr/>
        </p:nvGrpSpPr>
        <p:grpSpPr>
          <a:xfrm>
            <a:off x="1589540" y="1920649"/>
            <a:ext cx="16705182" cy="8365945"/>
            <a:chOff x="1589540" y="1920649"/>
            <a:chExt cx="16705182" cy="8365945"/>
          </a:xfrm>
        </p:grpSpPr>
        <p:sp>
          <p:nvSpPr>
            <p:cNvPr id="78" name="Google Shape;78;p9"/>
            <p:cNvSpPr/>
            <p:nvPr/>
          </p:nvSpPr>
          <p:spPr>
            <a:xfrm>
              <a:off x="2801935" y="1920649"/>
              <a:ext cx="1983739" cy="3073400"/>
            </a:xfrm>
            <a:custGeom>
              <a:avLst/>
              <a:gdLst/>
              <a:ahLst/>
              <a:cxnLst/>
              <a:rect l="l" t="t" r="r" b="b"/>
              <a:pathLst>
                <a:path w="1983739" h="3073400" extrusionOk="0">
                  <a:moveTo>
                    <a:pt x="1173200" y="12699"/>
                  </a:moveTo>
                  <a:lnTo>
                    <a:pt x="810167" y="12699"/>
                  </a:lnTo>
                  <a:lnTo>
                    <a:pt x="822143" y="0"/>
                  </a:lnTo>
                  <a:lnTo>
                    <a:pt x="1161223" y="0"/>
                  </a:lnTo>
                  <a:lnTo>
                    <a:pt x="1173200" y="12699"/>
                  </a:lnTo>
                  <a:close/>
                </a:path>
                <a:path w="1983739" h="3073400" extrusionOk="0">
                  <a:moveTo>
                    <a:pt x="1232642" y="25399"/>
                  </a:moveTo>
                  <a:lnTo>
                    <a:pt x="750724" y="25399"/>
                  </a:lnTo>
                  <a:lnTo>
                    <a:pt x="762548" y="12699"/>
                  </a:lnTo>
                  <a:lnTo>
                    <a:pt x="1220818" y="12699"/>
                  </a:lnTo>
                  <a:lnTo>
                    <a:pt x="1232642" y="25399"/>
                  </a:lnTo>
                  <a:close/>
                </a:path>
                <a:path w="1983739" h="3073400" extrusionOk="0">
                  <a:moveTo>
                    <a:pt x="1279553" y="38099"/>
                  </a:moveTo>
                  <a:lnTo>
                    <a:pt x="703813" y="38099"/>
                  </a:lnTo>
                  <a:lnTo>
                    <a:pt x="715481" y="25399"/>
                  </a:lnTo>
                  <a:lnTo>
                    <a:pt x="1267885" y="25399"/>
                  </a:lnTo>
                  <a:lnTo>
                    <a:pt x="1279553" y="38099"/>
                  </a:lnTo>
                  <a:close/>
                </a:path>
                <a:path w="1983739" h="3073400" extrusionOk="0">
                  <a:moveTo>
                    <a:pt x="1314287" y="50799"/>
                  </a:moveTo>
                  <a:lnTo>
                    <a:pt x="669080" y="50799"/>
                  </a:lnTo>
                  <a:lnTo>
                    <a:pt x="680611" y="38099"/>
                  </a:lnTo>
                  <a:lnTo>
                    <a:pt x="1302756" y="38099"/>
                  </a:lnTo>
                  <a:lnTo>
                    <a:pt x="1314287" y="50799"/>
                  </a:lnTo>
                  <a:close/>
                </a:path>
                <a:path w="1983739" h="3073400" extrusionOk="0">
                  <a:moveTo>
                    <a:pt x="1348584" y="63499"/>
                  </a:moveTo>
                  <a:lnTo>
                    <a:pt x="634781" y="63499"/>
                  </a:lnTo>
                  <a:lnTo>
                    <a:pt x="646162" y="50799"/>
                  </a:lnTo>
                  <a:lnTo>
                    <a:pt x="1337204" y="50799"/>
                  </a:lnTo>
                  <a:lnTo>
                    <a:pt x="1348584" y="63499"/>
                  </a:lnTo>
                  <a:close/>
                </a:path>
                <a:path w="1983739" h="3073400" extrusionOk="0">
                  <a:moveTo>
                    <a:pt x="1382399" y="76199"/>
                  </a:moveTo>
                  <a:lnTo>
                    <a:pt x="600967" y="76199"/>
                  </a:lnTo>
                  <a:lnTo>
                    <a:pt x="612183" y="63499"/>
                  </a:lnTo>
                  <a:lnTo>
                    <a:pt x="1371183" y="63499"/>
                  </a:lnTo>
                  <a:lnTo>
                    <a:pt x="1382399" y="76199"/>
                  </a:lnTo>
                  <a:close/>
                </a:path>
                <a:path w="1983739" h="3073400" extrusionOk="0">
                  <a:moveTo>
                    <a:pt x="1415682" y="88899"/>
                  </a:moveTo>
                  <a:lnTo>
                    <a:pt x="567684" y="88899"/>
                  </a:lnTo>
                  <a:lnTo>
                    <a:pt x="578718" y="76199"/>
                  </a:lnTo>
                  <a:lnTo>
                    <a:pt x="1404648" y="76199"/>
                  </a:lnTo>
                  <a:lnTo>
                    <a:pt x="1415682" y="88899"/>
                  </a:lnTo>
                  <a:close/>
                </a:path>
                <a:path w="1983739" h="3073400" extrusionOk="0">
                  <a:moveTo>
                    <a:pt x="1437554" y="101599"/>
                  </a:moveTo>
                  <a:lnTo>
                    <a:pt x="545811" y="101599"/>
                  </a:lnTo>
                  <a:lnTo>
                    <a:pt x="556714" y="88899"/>
                  </a:lnTo>
                  <a:lnTo>
                    <a:pt x="1426652" y="88899"/>
                  </a:lnTo>
                  <a:lnTo>
                    <a:pt x="1437554" y="101599"/>
                  </a:lnTo>
                  <a:close/>
                </a:path>
                <a:path w="1983739" h="3073400" extrusionOk="0">
                  <a:moveTo>
                    <a:pt x="1469857" y="114299"/>
                  </a:moveTo>
                  <a:lnTo>
                    <a:pt x="513509" y="114299"/>
                  </a:lnTo>
                  <a:lnTo>
                    <a:pt x="524207" y="101599"/>
                  </a:lnTo>
                  <a:lnTo>
                    <a:pt x="1459159" y="101599"/>
                  </a:lnTo>
                  <a:lnTo>
                    <a:pt x="1469857" y="114299"/>
                  </a:lnTo>
                  <a:close/>
                </a:path>
                <a:path w="1983739" h="3073400" extrusionOk="0">
                  <a:moveTo>
                    <a:pt x="1491032" y="126999"/>
                  </a:moveTo>
                  <a:lnTo>
                    <a:pt x="492334" y="126999"/>
                  </a:lnTo>
                  <a:lnTo>
                    <a:pt x="502885" y="114299"/>
                  </a:lnTo>
                  <a:lnTo>
                    <a:pt x="1480481" y="114299"/>
                  </a:lnTo>
                  <a:lnTo>
                    <a:pt x="1491032" y="126999"/>
                  </a:lnTo>
                  <a:close/>
                </a:path>
                <a:path w="1983739" h="3073400" extrusionOk="0">
                  <a:moveTo>
                    <a:pt x="1511910" y="139699"/>
                  </a:moveTo>
                  <a:lnTo>
                    <a:pt x="471456" y="139699"/>
                  </a:lnTo>
                  <a:lnTo>
                    <a:pt x="481856" y="126999"/>
                  </a:lnTo>
                  <a:lnTo>
                    <a:pt x="1501510" y="126999"/>
                  </a:lnTo>
                  <a:lnTo>
                    <a:pt x="1511910" y="139699"/>
                  </a:lnTo>
                  <a:close/>
                </a:path>
                <a:path w="1983739" h="3073400" extrusionOk="0">
                  <a:moveTo>
                    <a:pt x="1532471" y="152399"/>
                  </a:moveTo>
                  <a:lnTo>
                    <a:pt x="450895" y="152399"/>
                  </a:lnTo>
                  <a:lnTo>
                    <a:pt x="461135" y="139699"/>
                  </a:lnTo>
                  <a:lnTo>
                    <a:pt x="1522231" y="139699"/>
                  </a:lnTo>
                  <a:lnTo>
                    <a:pt x="1532471" y="152399"/>
                  </a:lnTo>
                  <a:close/>
                </a:path>
                <a:path w="1983739" h="3073400" extrusionOk="0">
                  <a:moveTo>
                    <a:pt x="1562702" y="177799"/>
                  </a:moveTo>
                  <a:lnTo>
                    <a:pt x="420664" y="177799"/>
                  </a:lnTo>
                  <a:lnTo>
                    <a:pt x="430656" y="165099"/>
                  </a:lnTo>
                  <a:lnTo>
                    <a:pt x="440734" y="152399"/>
                  </a:lnTo>
                  <a:lnTo>
                    <a:pt x="1542632" y="152399"/>
                  </a:lnTo>
                  <a:lnTo>
                    <a:pt x="1552710" y="165099"/>
                  </a:lnTo>
                  <a:lnTo>
                    <a:pt x="1562702" y="177799"/>
                  </a:lnTo>
                  <a:close/>
                </a:path>
                <a:path w="1983739" h="3073400" extrusionOk="0">
                  <a:moveTo>
                    <a:pt x="1582427" y="190499"/>
                  </a:moveTo>
                  <a:lnTo>
                    <a:pt x="400939" y="190499"/>
                  </a:lnTo>
                  <a:lnTo>
                    <a:pt x="410758" y="177799"/>
                  </a:lnTo>
                  <a:lnTo>
                    <a:pt x="1572608" y="177799"/>
                  </a:lnTo>
                  <a:lnTo>
                    <a:pt x="1582427" y="190499"/>
                  </a:lnTo>
                  <a:close/>
                </a:path>
                <a:path w="1983739" h="3073400" extrusionOk="0">
                  <a:moveTo>
                    <a:pt x="1601797" y="203199"/>
                  </a:moveTo>
                  <a:lnTo>
                    <a:pt x="381569" y="203199"/>
                  </a:lnTo>
                  <a:lnTo>
                    <a:pt x="391208" y="190499"/>
                  </a:lnTo>
                  <a:lnTo>
                    <a:pt x="1592158" y="190499"/>
                  </a:lnTo>
                  <a:lnTo>
                    <a:pt x="1601797" y="203199"/>
                  </a:lnTo>
                  <a:close/>
                </a:path>
                <a:path w="1983739" h="3073400" extrusionOk="0">
                  <a:moveTo>
                    <a:pt x="1630160" y="228599"/>
                  </a:moveTo>
                  <a:lnTo>
                    <a:pt x="353206" y="228599"/>
                  </a:lnTo>
                  <a:lnTo>
                    <a:pt x="362567" y="215899"/>
                  </a:lnTo>
                  <a:lnTo>
                    <a:pt x="372022" y="203199"/>
                  </a:lnTo>
                  <a:lnTo>
                    <a:pt x="1611344" y="203199"/>
                  </a:lnTo>
                  <a:lnTo>
                    <a:pt x="1620800" y="215899"/>
                  </a:lnTo>
                  <a:lnTo>
                    <a:pt x="1630160" y="228599"/>
                  </a:lnTo>
                  <a:close/>
                </a:path>
                <a:path w="1983739" h="3073400" extrusionOk="0">
                  <a:moveTo>
                    <a:pt x="1648588" y="241299"/>
                  </a:moveTo>
                  <a:lnTo>
                    <a:pt x="334778" y="241299"/>
                  </a:lnTo>
                  <a:lnTo>
                    <a:pt x="343943" y="228599"/>
                  </a:lnTo>
                  <a:lnTo>
                    <a:pt x="1639423" y="228599"/>
                  </a:lnTo>
                  <a:lnTo>
                    <a:pt x="1648588" y="241299"/>
                  </a:lnTo>
                  <a:close/>
                </a:path>
                <a:path w="1983739" h="3073400" extrusionOk="0">
                  <a:moveTo>
                    <a:pt x="1675488" y="266699"/>
                  </a:moveTo>
                  <a:lnTo>
                    <a:pt x="307878" y="266699"/>
                  </a:lnTo>
                  <a:lnTo>
                    <a:pt x="316742" y="253999"/>
                  </a:lnTo>
                  <a:lnTo>
                    <a:pt x="325710" y="241299"/>
                  </a:lnTo>
                  <a:lnTo>
                    <a:pt x="1657656" y="241299"/>
                  </a:lnTo>
                  <a:lnTo>
                    <a:pt x="1666624" y="253999"/>
                  </a:lnTo>
                  <a:lnTo>
                    <a:pt x="1675488" y="266699"/>
                  </a:lnTo>
                  <a:close/>
                </a:path>
                <a:path w="1983739" h="3073400" extrusionOk="0">
                  <a:moveTo>
                    <a:pt x="1701461" y="292099"/>
                  </a:moveTo>
                  <a:lnTo>
                    <a:pt x="281905" y="292099"/>
                  </a:lnTo>
                  <a:lnTo>
                    <a:pt x="290458" y="279399"/>
                  </a:lnTo>
                  <a:lnTo>
                    <a:pt x="299116" y="266699"/>
                  </a:lnTo>
                  <a:lnTo>
                    <a:pt x="1684250" y="266699"/>
                  </a:lnTo>
                  <a:lnTo>
                    <a:pt x="1692908" y="279399"/>
                  </a:lnTo>
                  <a:lnTo>
                    <a:pt x="1701461" y="292099"/>
                  </a:lnTo>
                  <a:close/>
                </a:path>
                <a:path w="1983739" h="3073400" extrusionOk="0">
                  <a:moveTo>
                    <a:pt x="1734589" y="330199"/>
                  </a:moveTo>
                  <a:lnTo>
                    <a:pt x="248777" y="330199"/>
                  </a:lnTo>
                  <a:lnTo>
                    <a:pt x="256895" y="317499"/>
                  </a:lnTo>
                  <a:lnTo>
                    <a:pt x="265124" y="304799"/>
                  </a:lnTo>
                  <a:lnTo>
                    <a:pt x="273460" y="292099"/>
                  </a:lnTo>
                  <a:lnTo>
                    <a:pt x="1709906" y="292099"/>
                  </a:lnTo>
                  <a:lnTo>
                    <a:pt x="1718243" y="304799"/>
                  </a:lnTo>
                  <a:lnTo>
                    <a:pt x="1726471" y="317499"/>
                  </a:lnTo>
                  <a:lnTo>
                    <a:pt x="1734589" y="330199"/>
                  </a:lnTo>
                  <a:close/>
                </a:path>
                <a:path w="1983739" h="3073400" extrusionOk="0">
                  <a:moveTo>
                    <a:pt x="1765927" y="368299"/>
                  </a:moveTo>
                  <a:lnTo>
                    <a:pt x="217439" y="368299"/>
                  </a:lnTo>
                  <a:lnTo>
                    <a:pt x="225102" y="355599"/>
                  </a:lnTo>
                  <a:lnTo>
                    <a:pt x="232881" y="342899"/>
                  </a:lnTo>
                  <a:lnTo>
                    <a:pt x="240773" y="330199"/>
                  </a:lnTo>
                  <a:lnTo>
                    <a:pt x="1742594" y="330199"/>
                  </a:lnTo>
                  <a:lnTo>
                    <a:pt x="1750486" y="342899"/>
                  </a:lnTo>
                  <a:lnTo>
                    <a:pt x="1758264" y="355599"/>
                  </a:lnTo>
                  <a:lnTo>
                    <a:pt x="1765927" y="368299"/>
                  </a:lnTo>
                  <a:close/>
                </a:path>
                <a:path w="1983739" h="3073400" extrusionOk="0">
                  <a:moveTo>
                    <a:pt x="1795400" y="406399"/>
                  </a:moveTo>
                  <a:lnTo>
                    <a:pt x="187967" y="406399"/>
                  </a:lnTo>
                  <a:lnTo>
                    <a:pt x="195156" y="393699"/>
                  </a:lnTo>
                  <a:lnTo>
                    <a:pt x="202466" y="380999"/>
                  </a:lnTo>
                  <a:lnTo>
                    <a:pt x="209894" y="368299"/>
                  </a:lnTo>
                  <a:lnTo>
                    <a:pt x="1773472" y="368299"/>
                  </a:lnTo>
                  <a:lnTo>
                    <a:pt x="1780900" y="380999"/>
                  </a:lnTo>
                  <a:lnTo>
                    <a:pt x="1788210" y="393699"/>
                  </a:lnTo>
                  <a:lnTo>
                    <a:pt x="1795400" y="406399"/>
                  </a:lnTo>
                  <a:close/>
                </a:path>
                <a:path w="1983739" h="3073400" extrusionOk="0">
                  <a:moveTo>
                    <a:pt x="1829509" y="457199"/>
                  </a:moveTo>
                  <a:lnTo>
                    <a:pt x="153857" y="457199"/>
                  </a:lnTo>
                  <a:lnTo>
                    <a:pt x="160430" y="444499"/>
                  </a:lnTo>
                  <a:lnTo>
                    <a:pt x="167129" y="431799"/>
                  </a:lnTo>
                  <a:lnTo>
                    <a:pt x="173953" y="419099"/>
                  </a:lnTo>
                  <a:lnTo>
                    <a:pt x="180899" y="406399"/>
                  </a:lnTo>
                  <a:lnTo>
                    <a:pt x="1802467" y="406399"/>
                  </a:lnTo>
                  <a:lnTo>
                    <a:pt x="1809413" y="419099"/>
                  </a:lnTo>
                  <a:lnTo>
                    <a:pt x="1816237" y="431799"/>
                  </a:lnTo>
                  <a:lnTo>
                    <a:pt x="1822936" y="444499"/>
                  </a:lnTo>
                  <a:lnTo>
                    <a:pt x="1829509" y="457199"/>
                  </a:lnTo>
                  <a:close/>
                </a:path>
                <a:path w="1983739" h="3073400" extrusionOk="0">
                  <a:moveTo>
                    <a:pt x="1860466" y="507999"/>
                  </a:moveTo>
                  <a:lnTo>
                    <a:pt x="122900" y="507999"/>
                  </a:lnTo>
                  <a:lnTo>
                    <a:pt x="128833" y="495299"/>
                  </a:lnTo>
                  <a:lnTo>
                    <a:pt x="134896" y="482599"/>
                  </a:lnTo>
                  <a:lnTo>
                    <a:pt x="141089" y="469899"/>
                  </a:lnTo>
                  <a:lnTo>
                    <a:pt x="147410" y="457199"/>
                  </a:lnTo>
                  <a:lnTo>
                    <a:pt x="1835956" y="457199"/>
                  </a:lnTo>
                  <a:lnTo>
                    <a:pt x="1842277" y="469899"/>
                  </a:lnTo>
                  <a:lnTo>
                    <a:pt x="1848470" y="482599"/>
                  </a:lnTo>
                  <a:lnTo>
                    <a:pt x="1854533" y="495299"/>
                  </a:lnTo>
                  <a:lnTo>
                    <a:pt x="1860466" y="507999"/>
                  </a:lnTo>
                  <a:close/>
                </a:path>
                <a:path w="1983739" h="3073400" extrusionOk="0">
                  <a:moveTo>
                    <a:pt x="1903152" y="596899"/>
                  </a:moveTo>
                  <a:lnTo>
                    <a:pt x="80215" y="596899"/>
                  </a:lnTo>
                  <a:lnTo>
                    <a:pt x="85078" y="584199"/>
                  </a:lnTo>
                  <a:lnTo>
                    <a:pt x="100484" y="546099"/>
                  </a:lnTo>
                  <a:lnTo>
                    <a:pt x="117097" y="507999"/>
                  </a:lnTo>
                  <a:lnTo>
                    <a:pt x="1866269" y="507999"/>
                  </a:lnTo>
                  <a:lnTo>
                    <a:pt x="1882882" y="546099"/>
                  </a:lnTo>
                  <a:lnTo>
                    <a:pt x="1898289" y="584199"/>
                  </a:lnTo>
                  <a:lnTo>
                    <a:pt x="1903152" y="596899"/>
                  </a:lnTo>
                  <a:close/>
                </a:path>
                <a:path w="1983739" h="3073400" extrusionOk="0">
                  <a:moveTo>
                    <a:pt x="1944125" y="711199"/>
                  </a:moveTo>
                  <a:lnTo>
                    <a:pt x="39241" y="711199"/>
                  </a:lnTo>
                  <a:lnTo>
                    <a:pt x="42702" y="698499"/>
                  </a:lnTo>
                  <a:lnTo>
                    <a:pt x="53941" y="660399"/>
                  </a:lnTo>
                  <a:lnTo>
                    <a:pt x="66451" y="622299"/>
                  </a:lnTo>
                  <a:lnTo>
                    <a:pt x="75488" y="596899"/>
                  </a:lnTo>
                  <a:lnTo>
                    <a:pt x="1907878" y="596899"/>
                  </a:lnTo>
                  <a:lnTo>
                    <a:pt x="1921225" y="634999"/>
                  </a:lnTo>
                  <a:lnTo>
                    <a:pt x="1933314" y="673099"/>
                  </a:lnTo>
                  <a:lnTo>
                    <a:pt x="1944125" y="711199"/>
                  </a:lnTo>
                  <a:close/>
                </a:path>
                <a:path w="1983739" h="3073400" extrusionOk="0">
                  <a:moveTo>
                    <a:pt x="1979709" y="901699"/>
                  </a:moveTo>
                  <a:lnTo>
                    <a:pt x="3658" y="901699"/>
                  </a:lnTo>
                  <a:lnTo>
                    <a:pt x="4776" y="888999"/>
                  </a:lnTo>
                  <a:lnTo>
                    <a:pt x="9023" y="850899"/>
                  </a:lnTo>
                  <a:lnTo>
                    <a:pt x="14601" y="812799"/>
                  </a:lnTo>
                  <a:lnTo>
                    <a:pt x="21503" y="774699"/>
                  </a:lnTo>
                  <a:lnTo>
                    <a:pt x="29720" y="736599"/>
                  </a:lnTo>
                  <a:lnTo>
                    <a:pt x="35924" y="711199"/>
                  </a:lnTo>
                  <a:lnTo>
                    <a:pt x="1947443" y="711199"/>
                  </a:lnTo>
                  <a:lnTo>
                    <a:pt x="1956531" y="749299"/>
                  </a:lnTo>
                  <a:lnTo>
                    <a:pt x="1964311" y="787399"/>
                  </a:lnTo>
                  <a:lnTo>
                    <a:pt x="1970773" y="825499"/>
                  </a:lnTo>
                  <a:lnTo>
                    <a:pt x="1975908" y="863599"/>
                  </a:lnTo>
                  <a:lnTo>
                    <a:pt x="1979709" y="901699"/>
                  </a:lnTo>
                  <a:close/>
                </a:path>
                <a:path w="1983739" h="3073400" extrusionOk="0">
                  <a:moveTo>
                    <a:pt x="1049464" y="3047999"/>
                  </a:moveTo>
                  <a:lnTo>
                    <a:pt x="933900" y="3047999"/>
                  </a:lnTo>
                  <a:lnTo>
                    <a:pt x="928680" y="3035299"/>
                  </a:lnTo>
                  <a:lnTo>
                    <a:pt x="914471" y="3009899"/>
                  </a:lnTo>
                  <a:lnTo>
                    <a:pt x="904156" y="2997199"/>
                  </a:lnTo>
                  <a:lnTo>
                    <a:pt x="891845" y="2971799"/>
                  </a:lnTo>
                  <a:lnTo>
                    <a:pt x="877646" y="2946399"/>
                  </a:lnTo>
                  <a:lnTo>
                    <a:pt x="861666" y="2920999"/>
                  </a:lnTo>
                  <a:lnTo>
                    <a:pt x="844014" y="2895599"/>
                  </a:lnTo>
                  <a:lnTo>
                    <a:pt x="824797" y="2857499"/>
                  </a:lnTo>
                  <a:lnTo>
                    <a:pt x="804123" y="2819399"/>
                  </a:lnTo>
                  <a:lnTo>
                    <a:pt x="782101" y="2781299"/>
                  </a:lnTo>
                  <a:lnTo>
                    <a:pt x="758837" y="2743199"/>
                  </a:lnTo>
                  <a:lnTo>
                    <a:pt x="734441" y="2705099"/>
                  </a:lnTo>
                  <a:lnTo>
                    <a:pt x="709020" y="2654299"/>
                  </a:lnTo>
                  <a:lnTo>
                    <a:pt x="682681" y="2616199"/>
                  </a:lnTo>
                  <a:lnTo>
                    <a:pt x="655533" y="2565399"/>
                  </a:lnTo>
                  <a:lnTo>
                    <a:pt x="627684" y="2514599"/>
                  </a:lnTo>
                  <a:lnTo>
                    <a:pt x="599242" y="2463799"/>
                  </a:lnTo>
                  <a:lnTo>
                    <a:pt x="570313" y="2400299"/>
                  </a:lnTo>
                  <a:lnTo>
                    <a:pt x="541008" y="2349499"/>
                  </a:lnTo>
                  <a:lnTo>
                    <a:pt x="511432" y="2298699"/>
                  </a:lnTo>
                  <a:lnTo>
                    <a:pt x="481695" y="2235199"/>
                  </a:lnTo>
                  <a:lnTo>
                    <a:pt x="451903" y="2184399"/>
                  </a:lnTo>
                  <a:lnTo>
                    <a:pt x="422166" y="2120899"/>
                  </a:lnTo>
                  <a:lnTo>
                    <a:pt x="392590" y="2070099"/>
                  </a:lnTo>
                  <a:lnTo>
                    <a:pt x="363285" y="2006599"/>
                  </a:lnTo>
                  <a:lnTo>
                    <a:pt x="334357" y="1943099"/>
                  </a:lnTo>
                  <a:lnTo>
                    <a:pt x="305914" y="1892299"/>
                  </a:lnTo>
                  <a:lnTo>
                    <a:pt x="278065" y="1828799"/>
                  </a:lnTo>
                  <a:lnTo>
                    <a:pt x="250918" y="1765299"/>
                  </a:lnTo>
                  <a:lnTo>
                    <a:pt x="224580" y="1714499"/>
                  </a:lnTo>
                  <a:lnTo>
                    <a:pt x="199159" y="1650999"/>
                  </a:lnTo>
                  <a:lnTo>
                    <a:pt x="174763" y="1600199"/>
                  </a:lnTo>
                  <a:lnTo>
                    <a:pt x="151500" y="1536699"/>
                  </a:lnTo>
                  <a:lnTo>
                    <a:pt x="129478" y="1485899"/>
                  </a:lnTo>
                  <a:lnTo>
                    <a:pt x="108805" y="1435099"/>
                  </a:lnTo>
                  <a:lnTo>
                    <a:pt x="89589" y="1384299"/>
                  </a:lnTo>
                  <a:lnTo>
                    <a:pt x="71937" y="1320799"/>
                  </a:lnTo>
                  <a:lnTo>
                    <a:pt x="55958" y="1282699"/>
                  </a:lnTo>
                  <a:lnTo>
                    <a:pt x="41759" y="1231899"/>
                  </a:lnTo>
                  <a:lnTo>
                    <a:pt x="29449" y="1181099"/>
                  </a:lnTo>
                  <a:lnTo>
                    <a:pt x="19135" y="1142999"/>
                  </a:lnTo>
                  <a:lnTo>
                    <a:pt x="10925" y="1092199"/>
                  </a:lnTo>
                  <a:lnTo>
                    <a:pt x="4927" y="1054099"/>
                  </a:lnTo>
                  <a:lnTo>
                    <a:pt x="1249" y="1015999"/>
                  </a:lnTo>
                  <a:lnTo>
                    <a:pt x="0" y="977899"/>
                  </a:lnTo>
                  <a:lnTo>
                    <a:pt x="76" y="965199"/>
                  </a:lnTo>
                  <a:lnTo>
                    <a:pt x="1196" y="927099"/>
                  </a:lnTo>
                  <a:lnTo>
                    <a:pt x="2688" y="901699"/>
                  </a:lnTo>
                  <a:lnTo>
                    <a:pt x="1980679" y="901699"/>
                  </a:lnTo>
                  <a:lnTo>
                    <a:pt x="1982694" y="939799"/>
                  </a:lnTo>
                  <a:lnTo>
                    <a:pt x="1983366" y="977899"/>
                  </a:lnTo>
                  <a:lnTo>
                    <a:pt x="1982116" y="1015999"/>
                  </a:lnTo>
                  <a:lnTo>
                    <a:pt x="1978438" y="1054099"/>
                  </a:lnTo>
                  <a:lnTo>
                    <a:pt x="1972441" y="1092199"/>
                  </a:lnTo>
                  <a:lnTo>
                    <a:pt x="1964231" y="1142999"/>
                  </a:lnTo>
                  <a:lnTo>
                    <a:pt x="1953917" y="1181099"/>
                  </a:lnTo>
                  <a:lnTo>
                    <a:pt x="1941607" y="1231899"/>
                  </a:lnTo>
                  <a:lnTo>
                    <a:pt x="1927409" y="1282699"/>
                  </a:lnTo>
                  <a:lnTo>
                    <a:pt x="1911431" y="1320799"/>
                  </a:lnTo>
                  <a:lnTo>
                    <a:pt x="1893780" y="1384299"/>
                  </a:lnTo>
                  <a:lnTo>
                    <a:pt x="1874564" y="1435099"/>
                  </a:lnTo>
                  <a:lnTo>
                    <a:pt x="1853891" y="1485899"/>
                  </a:lnTo>
                  <a:lnTo>
                    <a:pt x="1831870" y="1536699"/>
                  </a:lnTo>
                  <a:lnTo>
                    <a:pt x="1808608" y="1600199"/>
                  </a:lnTo>
                  <a:lnTo>
                    <a:pt x="1784213" y="1650999"/>
                  </a:lnTo>
                  <a:lnTo>
                    <a:pt x="1758793" y="1714499"/>
                  </a:lnTo>
                  <a:lnTo>
                    <a:pt x="1732455" y="1765299"/>
                  </a:lnTo>
                  <a:lnTo>
                    <a:pt x="1705308" y="1828799"/>
                  </a:lnTo>
                  <a:lnTo>
                    <a:pt x="1677460" y="1892299"/>
                  </a:lnTo>
                  <a:lnTo>
                    <a:pt x="1649019" y="1943099"/>
                  </a:lnTo>
                  <a:lnTo>
                    <a:pt x="1620091" y="2006599"/>
                  </a:lnTo>
                  <a:lnTo>
                    <a:pt x="1590786" y="2070099"/>
                  </a:lnTo>
                  <a:lnTo>
                    <a:pt x="1561211" y="2120899"/>
                  </a:lnTo>
                  <a:lnTo>
                    <a:pt x="1531474" y="2184399"/>
                  </a:lnTo>
                  <a:lnTo>
                    <a:pt x="1501684" y="2235199"/>
                  </a:lnTo>
                  <a:lnTo>
                    <a:pt x="1471947" y="2298699"/>
                  </a:lnTo>
                  <a:lnTo>
                    <a:pt x="1442372" y="2349499"/>
                  </a:lnTo>
                  <a:lnTo>
                    <a:pt x="1413066" y="2400299"/>
                  </a:lnTo>
                  <a:lnTo>
                    <a:pt x="1384138" y="2463799"/>
                  </a:lnTo>
                  <a:lnTo>
                    <a:pt x="1355696" y="2514599"/>
                  </a:lnTo>
                  <a:lnTo>
                    <a:pt x="1327847" y="2565399"/>
                  </a:lnTo>
                  <a:lnTo>
                    <a:pt x="1300699" y="2616199"/>
                  </a:lnTo>
                  <a:lnTo>
                    <a:pt x="1274360" y="2654299"/>
                  </a:lnTo>
                  <a:lnTo>
                    <a:pt x="1248939" y="2705099"/>
                  </a:lnTo>
                  <a:lnTo>
                    <a:pt x="1224542" y="2743199"/>
                  </a:lnTo>
                  <a:lnTo>
                    <a:pt x="1201279" y="2781299"/>
                  </a:lnTo>
                  <a:lnTo>
                    <a:pt x="1179256" y="2819399"/>
                  </a:lnTo>
                  <a:lnTo>
                    <a:pt x="1158581" y="2857499"/>
                  </a:lnTo>
                  <a:lnTo>
                    <a:pt x="1139364" y="2895599"/>
                  </a:lnTo>
                  <a:lnTo>
                    <a:pt x="1121710" y="2920999"/>
                  </a:lnTo>
                  <a:lnTo>
                    <a:pt x="1105730" y="2946399"/>
                  </a:lnTo>
                  <a:lnTo>
                    <a:pt x="1091529" y="2971799"/>
                  </a:lnTo>
                  <a:lnTo>
                    <a:pt x="1079217" y="2997199"/>
                  </a:lnTo>
                  <a:lnTo>
                    <a:pt x="1068900" y="3009899"/>
                  </a:lnTo>
                  <a:lnTo>
                    <a:pt x="1060688" y="3022599"/>
                  </a:lnTo>
                  <a:lnTo>
                    <a:pt x="1049464" y="3047999"/>
                  </a:lnTo>
                  <a:close/>
                </a:path>
                <a:path w="1983739" h="3073400" extrusionOk="0">
                  <a:moveTo>
                    <a:pt x="1037799" y="3060699"/>
                  </a:moveTo>
                  <a:lnTo>
                    <a:pt x="945566" y="3060699"/>
                  </a:lnTo>
                  <a:lnTo>
                    <a:pt x="941298" y="3047999"/>
                  </a:lnTo>
                  <a:lnTo>
                    <a:pt x="1042067" y="3047999"/>
                  </a:lnTo>
                  <a:lnTo>
                    <a:pt x="1037799" y="3060699"/>
                  </a:lnTo>
                  <a:close/>
                </a:path>
                <a:path w="1983739" h="3073400" extrusionOk="0">
                  <a:moveTo>
                    <a:pt x="1014953" y="3073399"/>
                  </a:moveTo>
                  <a:lnTo>
                    <a:pt x="968411" y="3073399"/>
                  </a:lnTo>
                  <a:lnTo>
                    <a:pt x="962909" y="3060699"/>
                  </a:lnTo>
                  <a:lnTo>
                    <a:pt x="1020456" y="3060699"/>
                  </a:lnTo>
                  <a:lnTo>
                    <a:pt x="1014953" y="3073399"/>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79" name="Google Shape;79;p9"/>
            <p:cNvPicPr preferRelativeResize="0"/>
            <p:nvPr/>
          </p:nvPicPr>
          <p:blipFill rotWithShape="1">
            <a:blip r:embed="rId3">
              <a:alphaModFix/>
            </a:blip>
            <a:srcRect/>
            <a:stretch/>
          </p:blipFill>
          <p:spPr>
            <a:xfrm>
              <a:off x="14531674" y="6978471"/>
              <a:ext cx="3763048" cy="3308123"/>
            </a:xfrm>
            <a:prstGeom prst="rect">
              <a:avLst/>
            </a:prstGeom>
            <a:noFill/>
            <a:ln>
              <a:noFill/>
            </a:ln>
          </p:spPr>
        </p:pic>
        <p:sp>
          <p:nvSpPr>
            <p:cNvPr id="80" name="Google Shape;80;p9"/>
            <p:cNvSpPr/>
            <p:nvPr/>
          </p:nvSpPr>
          <p:spPr>
            <a:xfrm>
              <a:off x="1589540" y="5489800"/>
              <a:ext cx="15109190" cy="0"/>
            </a:xfrm>
            <a:custGeom>
              <a:avLst/>
              <a:gdLst/>
              <a:ahLst/>
              <a:cxnLst/>
              <a:rect l="l" t="t" r="r" b="b"/>
              <a:pathLst>
                <a:path w="15109190" h="120000" extrusionOk="0">
                  <a:moveTo>
                    <a:pt x="0" y="0"/>
                  </a:moveTo>
                  <a:lnTo>
                    <a:pt x="15108917" y="0"/>
                  </a:lnTo>
                </a:path>
              </a:pathLst>
            </a:custGeom>
            <a:noFill/>
            <a:ln w="380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1" name="Google Shape;81;p9"/>
            <p:cNvSpPr/>
            <p:nvPr/>
          </p:nvSpPr>
          <p:spPr>
            <a:xfrm>
              <a:off x="3542437" y="5240575"/>
              <a:ext cx="501650" cy="501650"/>
            </a:xfrm>
            <a:custGeom>
              <a:avLst/>
              <a:gdLst/>
              <a:ahLst/>
              <a:cxnLst/>
              <a:rect l="l" t="t" r="r" b="b"/>
              <a:pathLst>
                <a:path w="501650" h="501650" extrusionOk="0">
                  <a:moveTo>
                    <a:pt x="250545" y="501081"/>
                  </a:moveTo>
                  <a:lnTo>
                    <a:pt x="205505" y="497045"/>
                  </a:lnTo>
                  <a:lnTo>
                    <a:pt x="163118" y="485407"/>
                  </a:lnTo>
                  <a:lnTo>
                    <a:pt x="124087" y="466875"/>
                  </a:lnTo>
                  <a:lnTo>
                    <a:pt x="89120" y="442157"/>
                  </a:lnTo>
                  <a:lnTo>
                    <a:pt x="58923" y="411961"/>
                  </a:lnTo>
                  <a:lnTo>
                    <a:pt x="34205" y="376993"/>
                  </a:lnTo>
                  <a:lnTo>
                    <a:pt x="15674" y="337962"/>
                  </a:lnTo>
                  <a:lnTo>
                    <a:pt x="4036" y="295576"/>
                  </a:lnTo>
                  <a:lnTo>
                    <a:pt x="0" y="250538"/>
                  </a:lnTo>
                  <a:lnTo>
                    <a:pt x="4036" y="205505"/>
                  </a:lnTo>
                  <a:lnTo>
                    <a:pt x="15674" y="163119"/>
                  </a:lnTo>
                  <a:lnTo>
                    <a:pt x="34205" y="124088"/>
                  </a:lnTo>
                  <a:lnTo>
                    <a:pt x="58923" y="89120"/>
                  </a:lnTo>
                  <a:lnTo>
                    <a:pt x="89120" y="58924"/>
                  </a:lnTo>
                  <a:lnTo>
                    <a:pt x="124087" y="34206"/>
                  </a:lnTo>
                  <a:lnTo>
                    <a:pt x="163118" y="15674"/>
                  </a:lnTo>
                  <a:lnTo>
                    <a:pt x="205505" y="4036"/>
                  </a:lnTo>
                  <a:lnTo>
                    <a:pt x="250540" y="0"/>
                  </a:lnTo>
                  <a:lnTo>
                    <a:pt x="295575" y="4036"/>
                  </a:lnTo>
                  <a:lnTo>
                    <a:pt x="337962" y="15674"/>
                  </a:lnTo>
                  <a:lnTo>
                    <a:pt x="376993" y="34206"/>
                  </a:lnTo>
                  <a:lnTo>
                    <a:pt x="411961" y="58924"/>
                  </a:lnTo>
                  <a:lnTo>
                    <a:pt x="442157" y="89120"/>
                  </a:lnTo>
                  <a:lnTo>
                    <a:pt x="466875" y="124088"/>
                  </a:lnTo>
                  <a:lnTo>
                    <a:pt x="485407" y="163119"/>
                  </a:lnTo>
                  <a:lnTo>
                    <a:pt x="497045" y="205505"/>
                  </a:lnTo>
                  <a:lnTo>
                    <a:pt x="501081" y="250541"/>
                  </a:lnTo>
                  <a:lnTo>
                    <a:pt x="497045" y="295576"/>
                  </a:lnTo>
                  <a:lnTo>
                    <a:pt x="485407" y="337962"/>
                  </a:lnTo>
                  <a:lnTo>
                    <a:pt x="466875" y="376993"/>
                  </a:lnTo>
                  <a:lnTo>
                    <a:pt x="442157" y="411961"/>
                  </a:lnTo>
                  <a:lnTo>
                    <a:pt x="411961" y="442157"/>
                  </a:lnTo>
                  <a:lnTo>
                    <a:pt x="376993" y="466875"/>
                  </a:lnTo>
                  <a:lnTo>
                    <a:pt x="337962" y="485407"/>
                  </a:lnTo>
                  <a:lnTo>
                    <a:pt x="295575" y="497045"/>
                  </a:lnTo>
                  <a:lnTo>
                    <a:pt x="250545" y="501081"/>
                  </a:lnTo>
                  <a:close/>
                </a:path>
              </a:pathLst>
            </a:custGeom>
            <a:solidFill>
              <a:srgbClr val="12121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82" name="Google Shape;82;p9"/>
          <p:cNvSpPr txBox="1"/>
          <p:nvPr/>
        </p:nvSpPr>
        <p:spPr>
          <a:xfrm>
            <a:off x="2166186" y="5877357"/>
            <a:ext cx="3253740" cy="2259330"/>
          </a:xfrm>
          <a:prstGeom prst="rect">
            <a:avLst/>
          </a:prstGeom>
          <a:noFill/>
          <a:ln>
            <a:noFill/>
          </a:ln>
        </p:spPr>
        <p:txBody>
          <a:bodyPr spcFirstLastPara="1" wrap="square" lIns="0" tIns="67925" rIns="0" bIns="0" anchor="t" anchorCtr="0">
            <a:spAutoFit/>
          </a:bodyPr>
          <a:lstStyle/>
          <a:p>
            <a:pPr marL="0" marR="0" lvl="0" indent="0" algn="ctr" rtl="0">
              <a:lnSpc>
                <a:spcPct val="100000"/>
              </a:lnSpc>
              <a:spcBef>
                <a:spcPts val="0"/>
              </a:spcBef>
              <a:spcAft>
                <a:spcPts val="0"/>
              </a:spcAft>
              <a:buNone/>
            </a:pPr>
            <a:r>
              <a:rPr lang="en-US" sz="2450" b="1">
                <a:solidFill>
                  <a:srgbClr val="231F20"/>
                </a:solidFill>
                <a:latin typeface="Arial"/>
                <a:ea typeface="Arial"/>
                <a:cs typeface="Arial"/>
                <a:sym typeface="Arial"/>
              </a:rPr>
              <a:t>CENTRALIZED</a:t>
            </a:r>
            <a:endParaRPr sz="2450">
              <a:latin typeface="Arial"/>
              <a:ea typeface="Arial"/>
              <a:cs typeface="Arial"/>
              <a:sym typeface="Arial"/>
            </a:endParaRPr>
          </a:p>
          <a:p>
            <a:pPr marL="0" marR="0" lvl="0" indent="0" algn="ctr" rtl="0">
              <a:lnSpc>
                <a:spcPct val="100000"/>
              </a:lnSpc>
              <a:spcBef>
                <a:spcPts val="434"/>
              </a:spcBef>
              <a:spcAft>
                <a:spcPts val="0"/>
              </a:spcAft>
              <a:buNone/>
            </a:pPr>
            <a:r>
              <a:rPr lang="en-US" sz="2450" b="1">
                <a:solidFill>
                  <a:srgbClr val="231F20"/>
                </a:solidFill>
                <a:latin typeface="Arial"/>
                <a:ea typeface="Arial"/>
                <a:cs typeface="Arial"/>
                <a:sym typeface="Arial"/>
              </a:rPr>
              <a:t>KNOWLEDGE	BASE</a:t>
            </a:r>
            <a:endParaRPr sz="2450">
              <a:latin typeface="Arial"/>
              <a:ea typeface="Arial"/>
              <a:cs typeface="Arial"/>
              <a:sym typeface="Arial"/>
            </a:endParaRPr>
          </a:p>
          <a:p>
            <a:pPr marL="667385" marR="111125" lvl="0" indent="-464183" algn="l" rtl="0">
              <a:lnSpc>
                <a:spcPct val="113199"/>
              </a:lnSpc>
              <a:spcBef>
                <a:spcPts val="785"/>
              </a:spcBef>
              <a:spcAft>
                <a:spcPts val="0"/>
              </a:spcAft>
              <a:buNone/>
            </a:pPr>
            <a:r>
              <a:rPr lang="en-US" sz="1850">
                <a:solidFill>
                  <a:srgbClr val="231F20"/>
                </a:solidFill>
                <a:latin typeface="Trebuchet MS"/>
                <a:ea typeface="Trebuchet MS"/>
                <a:cs typeface="Trebuchet MS"/>
                <a:sym typeface="Trebuchet MS"/>
              </a:rPr>
              <a:t>Collaboratively create,  edit, and share</a:t>
            </a:r>
            <a:endParaRPr sz="1850">
              <a:latin typeface="Trebuchet MS"/>
              <a:ea typeface="Trebuchet MS"/>
              <a:cs typeface="Trebuchet MS"/>
              <a:sym typeface="Trebuchet MS"/>
            </a:endParaRPr>
          </a:p>
          <a:p>
            <a:pPr marL="329565" marR="321945" lvl="0" indent="0" algn="ctr" rtl="0">
              <a:lnSpc>
                <a:spcPct val="113199"/>
              </a:lnSpc>
              <a:spcBef>
                <a:spcPts val="0"/>
              </a:spcBef>
              <a:spcAft>
                <a:spcPts val="0"/>
              </a:spcAft>
              <a:buNone/>
            </a:pPr>
            <a:r>
              <a:rPr lang="en-US" sz="1850">
                <a:solidFill>
                  <a:srgbClr val="231F20"/>
                </a:solidFill>
                <a:latin typeface="Trebuchet MS"/>
                <a:ea typeface="Trebuchet MS"/>
                <a:cs typeface="Trebuchet MS"/>
                <a:sym typeface="Trebuchet MS"/>
              </a:rPr>
              <a:t>documents and web  pages.</a:t>
            </a:r>
            <a:endParaRPr sz="1850">
              <a:latin typeface="Trebuchet MS"/>
              <a:ea typeface="Trebuchet MS"/>
              <a:cs typeface="Trebuchet MS"/>
              <a:sym typeface="Trebuchet MS"/>
            </a:endParaRPr>
          </a:p>
        </p:txBody>
      </p:sp>
      <p:grpSp>
        <p:nvGrpSpPr>
          <p:cNvPr id="83" name="Google Shape;83;p9"/>
          <p:cNvGrpSpPr/>
          <p:nvPr/>
        </p:nvGrpSpPr>
        <p:grpSpPr>
          <a:xfrm>
            <a:off x="6290235" y="1920649"/>
            <a:ext cx="8964852" cy="3821577"/>
            <a:chOff x="6290235" y="1920649"/>
            <a:chExt cx="8964852" cy="3821577"/>
          </a:xfrm>
        </p:grpSpPr>
        <p:sp>
          <p:nvSpPr>
            <p:cNvPr id="84" name="Google Shape;84;p9"/>
            <p:cNvSpPr/>
            <p:nvPr/>
          </p:nvSpPr>
          <p:spPr>
            <a:xfrm>
              <a:off x="6290235" y="1920649"/>
              <a:ext cx="1983739" cy="3073400"/>
            </a:xfrm>
            <a:custGeom>
              <a:avLst/>
              <a:gdLst/>
              <a:ahLst/>
              <a:cxnLst/>
              <a:rect l="l" t="t" r="r" b="b"/>
              <a:pathLst>
                <a:path w="1983740" h="3073400" extrusionOk="0">
                  <a:moveTo>
                    <a:pt x="1173200" y="12699"/>
                  </a:moveTo>
                  <a:lnTo>
                    <a:pt x="810167" y="12699"/>
                  </a:lnTo>
                  <a:lnTo>
                    <a:pt x="822143" y="0"/>
                  </a:lnTo>
                  <a:lnTo>
                    <a:pt x="1161223" y="0"/>
                  </a:lnTo>
                  <a:lnTo>
                    <a:pt x="1173200" y="12699"/>
                  </a:lnTo>
                  <a:close/>
                </a:path>
                <a:path w="1983740" h="3073400" extrusionOk="0">
                  <a:moveTo>
                    <a:pt x="1232642" y="25399"/>
                  </a:moveTo>
                  <a:lnTo>
                    <a:pt x="750724" y="25399"/>
                  </a:lnTo>
                  <a:lnTo>
                    <a:pt x="762548" y="12699"/>
                  </a:lnTo>
                  <a:lnTo>
                    <a:pt x="1220818" y="12699"/>
                  </a:lnTo>
                  <a:lnTo>
                    <a:pt x="1232642" y="25399"/>
                  </a:lnTo>
                  <a:close/>
                </a:path>
                <a:path w="1983740" h="3073400" extrusionOk="0">
                  <a:moveTo>
                    <a:pt x="1279553" y="38099"/>
                  </a:moveTo>
                  <a:lnTo>
                    <a:pt x="703813" y="38099"/>
                  </a:lnTo>
                  <a:lnTo>
                    <a:pt x="715481" y="25399"/>
                  </a:lnTo>
                  <a:lnTo>
                    <a:pt x="1267885" y="25399"/>
                  </a:lnTo>
                  <a:lnTo>
                    <a:pt x="1279553" y="38099"/>
                  </a:lnTo>
                  <a:close/>
                </a:path>
                <a:path w="1983740" h="3073400" extrusionOk="0">
                  <a:moveTo>
                    <a:pt x="1314287" y="50799"/>
                  </a:moveTo>
                  <a:lnTo>
                    <a:pt x="669080" y="50799"/>
                  </a:lnTo>
                  <a:lnTo>
                    <a:pt x="680611" y="38099"/>
                  </a:lnTo>
                  <a:lnTo>
                    <a:pt x="1302756" y="38099"/>
                  </a:lnTo>
                  <a:lnTo>
                    <a:pt x="1314287" y="50799"/>
                  </a:lnTo>
                  <a:close/>
                </a:path>
                <a:path w="1983740" h="3073400" extrusionOk="0">
                  <a:moveTo>
                    <a:pt x="1348584" y="63499"/>
                  </a:moveTo>
                  <a:lnTo>
                    <a:pt x="634781" y="63499"/>
                  </a:lnTo>
                  <a:lnTo>
                    <a:pt x="646162" y="50799"/>
                  </a:lnTo>
                  <a:lnTo>
                    <a:pt x="1337204" y="50799"/>
                  </a:lnTo>
                  <a:lnTo>
                    <a:pt x="1348584" y="63499"/>
                  </a:lnTo>
                  <a:close/>
                </a:path>
                <a:path w="1983740" h="3073400" extrusionOk="0">
                  <a:moveTo>
                    <a:pt x="1382399" y="76199"/>
                  </a:moveTo>
                  <a:lnTo>
                    <a:pt x="600967" y="76199"/>
                  </a:lnTo>
                  <a:lnTo>
                    <a:pt x="612183" y="63499"/>
                  </a:lnTo>
                  <a:lnTo>
                    <a:pt x="1371183" y="63499"/>
                  </a:lnTo>
                  <a:lnTo>
                    <a:pt x="1382399" y="76199"/>
                  </a:lnTo>
                  <a:close/>
                </a:path>
                <a:path w="1983740" h="3073400" extrusionOk="0">
                  <a:moveTo>
                    <a:pt x="1415682" y="88899"/>
                  </a:moveTo>
                  <a:lnTo>
                    <a:pt x="567684" y="88899"/>
                  </a:lnTo>
                  <a:lnTo>
                    <a:pt x="578718" y="76199"/>
                  </a:lnTo>
                  <a:lnTo>
                    <a:pt x="1404648" y="76199"/>
                  </a:lnTo>
                  <a:lnTo>
                    <a:pt x="1415682" y="88899"/>
                  </a:lnTo>
                  <a:close/>
                </a:path>
                <a:path w="1983740" h="3073400" extrusionOk="0">
                  <a:moveTo>
                    <a:pt x="1437554" y="101599"/>
                  </a:moveTo>
                  <a:lnTo>
                    <a:pt x="545811" y="101599"/>
                  </a:lnTo>
                  <a:lnTo>
                    <a:pt x="556714" y="88899"/>
                  </a:lnTo>
                  <a:lnTo>
                    <a:pt x="1426652" y="88899"/>
                  </a:lnTo>
                  <a:lnTo>
                    <a:pt x="1437554" y="101599"/>
                  </a:lnTo>
                  <a:close/>
                </a:path>
                <a:path w="1983740" h="3073400" extrusionOk="0">
                  <a:moveTo>
                    <a:pt x="1469857" y="114299"/>
                  </a:moveTo>
                  <a:lnTo>
                    <a:pt x="513509" y="114299"/>
                  </a:lnTo>
                  <a:lnTo>
                    <a:pt x="524207" y="101599"/>
                  </a:lnTo>
                  <a:lnTo>
                    <a:pt x="1459159" y="101599"/>
                  </a:lnTo>
                  <a:lnTo>
                    <a:pt x="1469857" y="114299"/>
                  </a:lnTo>
                  <a:close/>
                </a:path>
                <a:path w="1983740" h="3073400" extrusionOk="0">
                  <a:moveTo>
                    <a:pt x="1491032" y="126999"/>
                  </a:moveTo>
                  <a:lnTo>
                    <a:pt x="492334" y="126999"/>
                  </a:lnTo>
                  <a:lnTo>
                    <a:pt x="502885" y="114299"/>
                  </a:lnTo>
                  <a:lnTo>
                    <a:pt x="1480481" y="114299"/>
                  </a:lnTo>
                  <a:lnTo>
                    <a:pt x="1491032" y="126999"/>
                  </a:lnTo>
                  <a:close/>
                </a:path>
                <a:path w="1983740" h="3073400" extrusionOk="0">
                  <a:moveTo>
                    <a:pt x="1511910" y="139699"/>
                  </a:moveTo>
                  <a:lnTo>
                    <a:pt x="471456" y="139699"/>
                  </a:lnTo>
                  <a:lnTo>
                    <a:pt x="481856" y="126999"/>
                  </a:lnTo>
                  <a:lnTo>
                    <a:pt x="1501510" y="126999"/>
                  </a:lnTo>
                  <a:lnTo>
                    <a:pt x="1511910" y="139699"/>
                  </a:lnTo>
                  <a:close/>
                </a:path>
                <a:path w="1983740" h="3073400" extrusionOk="0">
                  <a:moveTo>
                    <a:pt x="1532471" y="152399"/>
                  </a:moveTo>
                  <a:lnTo>
                    <a:pt x="450895" y="152399"/>
                  </a:lnTo>
                  <a:lnTo>
                    <a:pt x="461135" y="139699"/>
                  </a:lnTo>
                  <a:lnTo>
                    <a:pt x="1522231" y="139699"/>
                  </a:lnTo>
                  <a:lnTo>
                    <a:pt x="1532471" y="152399"/>
                  </a:lnTo>
                  <a:close/>
                </a:path>
                <a:path w="1983740" h="3073400" extrusionOk="0">
                  <a:moveTo>
                    <a:pt x="1562702" y="177799"/>
                  </a:moveTo>
                  <a:lnTo>
                    <a:pt x="420664" y="177799"/>
                  </a:lnTo>
                  <a:lnTo>
                    <a:pt x="430656" y="165099"/>
                  </a:lnTo>
                  <a:lnTo>
                    <a:pt x="440734" y="152399"/>
                  </a:lnTo>
                  <a:lnTo>
                    <a:pt x="1542632" y="152399"/>
                  </a:lnTo>
                  <a:lnTo>
                    <a:pt x="1552710" y="165099"/>
                  </a:lnTo>
                  <a:lnTo>
                    <a:pt x="1562702" y="177799"/>
                  </a:lnTo>
                  <a:close/>
                </a:path>
                <a:path w="1983740" h="3073400" extrusionOk="0">
                  <a:moveTo>
                    <a:pt x="1582427" y="190499"/>
                  </a:moveTo>
                  <a:lnTo>
                    <a:pt x="400939" y="190499"/>
                  </a:lnTo>
                  <a:lnTo>
                    <a:pt x="410758" y="177799"/>
                  </a:lnTo>
                  <a:lnTo>
                    <a:pt x="1572608" y="177799"/>
                  </a:lnTo>
                  <a:lnTo>
                    <a:pt x="1582427" y="190499"/>
                  </a:lnTo>
                  <a:close/>
                </a:path>
                <a:path w="1983740" h="3073400" extrusionOk="0">
                  <a:moveTo>
                    <a:pt x="1601797" y="203199"/>
                  </a:moveTo>
                  <a:lnTo>
                    <a:pt x="381569" y="203199"/>
                  </a:lnTo>
                  <a:lnTo>
                    <a:pt x="391208" y="190499"/>
                  </a:lnTo>
                  <a:lnTo>
                    <a:pt x="1592158" y="190499"/>
                  </a:lnTo>
                  <a:lnTo>
                    <a:pt x="1601797" y="203199"/>
                  </a:lnTo>
                  <a:close/>
                </a:path>
                <a:path w="1983740" h="3073400" extrusionOk="0">
                  <a:moveTo>
                    <a:pt x="1630160" y="228599"/>
                  </a:moveTo>
                  <a:lnTo>
                    <a:pt x="353206" y="228599"/>
                  </a:lnTo>
                  <a:lnTo>
                    <a:pt x="362567" y="215899"/>
                  </a:lnTo>
                  <a:lnTo>
                    <a:pt x="372022" y="203199"/>
                  </a:lnTo>
                  <a:lnTo>
                    <a:pt x="1611344" y="203199"/>
                  </a:lnTo>
                  <a:lnTo>
                    <a:pt x="1620800" y="215899"/>
                  </a:lnTo>
                  <a:lnTo>
                    <a:pt x="1630160" y="228599"/>
                  </a:lnTo>
                  <a:close/>
                </a:path>
                <a:path w="1983740" h="3073400" extrusionOk="0">
                  <a:moveTo>
                    <a:pt x="1648588" y="241299"/>
                  </a:moveTo>
                  <a:lnTo>
                    <a:pt x="334778" y="241299"/>
                  </a:lnTo>
                  <a:lnTo>
                    <a:pt x="343943" y="228599"/>
                  </a:lnTo>
                  <a:lnTo>
                    <a:pt x="1639423" y="228599"/>
                  </a:lnTo>
                  <a:lnTo>
                    <a:pt x="1648588" y="241299"/>
                  </a:lnTo>
                  <a:close/>
                </a:path>
                <a:path w="1983740" h="3073400" extrusionOk="0">
                  <a:moveTo>
                    <a:pt x="1675488" y="266699"/>
                  </a:moveTo>
                  <a:lnTo>
                    <a:pt x="307878" y="266699"/>
                  </a:lnTo>
                  <a:lnTo>
                    <a:pt x="316742" y="253999"/>
                  </a:lnTo>
                  <a:lnTo>
                    <a:pt x="325710" y="241299"/>
                  </a:lnTo>
                  <a:lnTo>
                    <a:pt x="1657656" y="241299"/>
                  </a:lnTo>
                  <a:lnTo>
                    <a:pt x="1666624" y="253999"/>
                  </a:lnTo>
                  <a:lnTo>
                    <a:pt x="1675488" y="266699"/>
                  </a:lnTo>
                  <a:close/>
                </a:path>
                <a:path w="1983740" h="3073400" extrusionOk="0">
                  <a:moveTo>
                    <a:pt x="1701461" y="292099"/>
                  </a:moveTo>
                  <a:lnTo>
                    <a:pt x="281905" y="292099"/>
                  </a:lnTo>
                  <a:lnTo>
                    <a:pt x="290458" y="279399"/>
                  </a:lnTo>
                  <a:lnTo>
                    <a:pt x="299116" y="266699"/>
                  </a:lnTo>
                  <a:lnTo>
                    <a:pt x="1684250" y="266699"/>
                  </a:lnTo>
                  <a:lnTo>
                    <a:pt x="1692908" y="279399"/>
                  </a:lnTo>
                  <a:lnTo>
                    <a:pt x="1701461" y="292099"/>
                  </a:lnTo>
                  <a:close/>
                </a:path>
                <a:path w="1983740" h="3073400" extrusionOk="0">
                  <a:moveTo>
                    <a:pt x="1734589" y="330199"/>
                  </a:moveTo>
                  <a:lnTo>
                    <a:pt x="248777" y="330199"/>
                  </a:lnTo>
                  <a:lnTo>
                    <a:pt x="256895" y="317499"/>
                  </a:lnTo>
                  <a:lnTo>
                    <a:pt x="265124" y="304799"/>
                  </a:lnTo>
                  <a:lnTo>
                    <a:pt x="273460" y="292099"/>
                  </a:lnTo>
                  <a:lnTo>
                    <a:pt x="1709906" y="292099"/>
                  </a:lnTo>
                  <a:lnTo>
                    <a:pt x="1718243" y="304799"/>
                  </a:lnTo>
                  <a:lnTo>
                    <a:pt x="1726471" y="317499"/>
                  </a:lnTo>
                  <a:lnTo>
                    <a:pt x="1734589" y="330199"/>
                  </a:lnTo>
                  <a:close/>
                </a:path>
                <a:path w="1983740" h="3073400" extrusionOk="0">
                  <a:moveTo>
                    <a:pt x="1765927" y="368299"/>
                  </a:moveTo>
                  <a:lnTo>
                    <a:pt x="217439" y="368299"/>
                  </a:lnTo>
                  <a:lnTo>
                    <a:pt x="225102" y="355599"/>
                  </a:lnTo>
                  <a:lnTo>
                    <a:pt x="232881" y="342899"/>
                  </a:lnTo>
                  <a:lnTo>
                    <a:pt x="240773" y="330199"/>
                  </a:lnTo>
                  <a:lnTo>
                    <a:pt x="1742594" y="330199"/>
                  </a:lnTo>
                  <a:lnTo>
                    <a:pt x="1750486" y="342899"/>
                  </a:lnTo>
                  <a:lnTo>
                    <a:pt x="1758264" y="355599"/>
                  </a:lnTo>
                  <a:lnTo>
                    <a:pt x="1765927" y="368299"/>
                  </a:lnTo>
                  <a:close/>
                </a:path>
                <a:path w="1983740" h="3073400" extrusionOk="0">
                  <a:moveTo>
                    <a:pt x="1795400" y="406399"/>
                  </a:moveTo>
                  <a:lnTo>
                    <a:pt x="187967" y="406399"/>
                  </a:lnTo>
                  <a:lnTo>
                    <a:pt x="195156" y="393699"/>
                  </a:lnTo>
                  <a:lnTo>
                    <a:pt x="202466" y="380999"/>
                  </a:lnTo>
                  <a:lnTo>
                    <a:pt x="209894" y="368299"/>
                  </a:lnTo>
                  <a:lnTo>
                    <a:pt x="1773472" y="368299"/>
                  </a:lnTo>
                  <a:lnTo>
                    <a:pt x="1780900" y="380999"/>
                  </a:lnTo>
                  <a:lnTo>
                    <a:pt x="1788210" y="393699"/>
                  </a:lnTo>
                  <a:lnTo>
                    <a:pt x="1795400" y="406399"/>
                  </a:lnTo>
                  <a:close/>
                </a:path>
                <a:path w="1983740" h="3073400" extrusionOk="0">
                  <a:moveTo>
                    <a:pt x="1829509" y="457199"/>
                  </a:moveTo>
                  <a:lnTo>
                    <a:pt x="153857" y="457199"/>
                  </a:lnTo>
                  <a:lnTo>
                    <a:pt x="160430" y="444499"/>
                  </a:lnTo>
                  <a:lnTo>
                    <a:pt x="167129" y="431799"/>
                  </a:lnTo>
                  <a:lnTo>
                    <a:pt x="173953" y="419099"/>
                  </a:lnTo>
                  <a:lnTo>
                    <a:pt x="180899" y="406399"/>
                  </a:lnTo>
                  <a:lnTo>
                    <a:pt x="1802467" y="406399"/>
                  </a:lnTo>
                  <a:lnTo>
                    <a:pt x="1809413" y="419099"/>
                  </a:lnTo>
                  <a:lnTo>
                    <a:pt x="1816237" y="431799"/>
                  </a:lnTo>
                  <a:lnTo>
                    <a:pt x="1822936" y="444499"/>
                  </a:lnTo>
                  <a:lnTo>
                    <a:pt x="1829509" y="457199"/>
                  </a:lnTo>
                  <a:close/>
                </a:path>
                <a:path w="1983740" h="3073400" extrusionOk="0">
                  <a:moveTo>
                    <a:pt x="1860466" y="507999"/>
                  </a:moveTo>
                  <a:lnTo>
                    <a:pt x="122900" y="507999"/>
                  </a:lnTo>
                  <a:lnTo>
                    <a:pt x="128833" y="495299"/>
                  </a:lnTo>
                  <a:lnTo>
                    <a:pt x="134896" y="482599"/>
                  </a:lnTo>
                  <a:lnTo>
                    <a:pt x="141089" y="469899"/>
                  </a:lnTo>
                  <a:lnTo>
                    <a:pt x="147410" y="457199"/>
                  </a:lnTo>
                  <a:lnTo>
                    <a:pt x="1835956" y="457199"/>
                  </a:lnTo>
                  <a:lnTo>
                    <a:pt x="1842277" y="469899"/>
                  </a:lnTo>
                  <a:lnTo>
                    <a:pt x="1848470" y="482599"/>
                  </a:lnTo>
                  <a:lnTo>
                    <a:pt x="1854533" y="495299"/>
                  </a:lnTo>
                  <a:lnTo>
                    <a:pt x="1860466" y="507999"/>
                  </a:lnTo>
                  <a:close/>
                </a:path>
                <a:path w="1983740" h="3073400" extrusionOk="0">
                  <a:moveTo>
                    <a:pt x="1903152" y="596899"/>
                  </a:moveTo>
                  <a:lnTo>
                    <a:pt x="80215" y="596899"/>
                  </a:lnTo>
                  <a:lnTo>
                    <a:pt x="85078" y="584199"/>
                  </a:lnTo>
                  <a:lnTo>
                    <a:pt x="100484" y="546099"/>
                  </a:lnTo>
                  <a:lnTo>
                    <a:pt x="117097" y="507999"/>
                  </a:lnTo>
                  <a:lnTo>
                    <a:pt x="1866269" y="507999"/>
                  </a:lnTo>
                  <a:lnTo>
                    <a:pt x="1882882" y="546099"/>
                  </a:lnTo>
                  <a:lnTo>
                    <a:pt x="1898289" y="584199"/>
                  </a:lnTo>
                  <a:lnTo>
                    <a:pt x="1903152" y="596899"/>
                  </a:lnTo>
                  <a:close/>
                </a:path>
                <a:path w="1983740" h="3073400" extrusionOk="0">
                  <a:moveTo>
                    <a:pt x="1944125" y="711199"/>
                  </a:moveTo>
                  <a:lnTo>
                    <a:pt x="39241" y="711199"/>
                  </a:lnTo>
                  <a:lnTo>
                    <a:pt x="42702" y="698499"/>
                  </a:lnTo>
                  <a:lnTo>
                    <a:pt x="53941" y="660399"/>
                  </a:lnTo>
                  <a:lnTo>
                    <a:pt x="66451" y="622299"/>
                  </a:lnTo>
                  <a:lnTo>
                    <a:pt x="75488" y="596899"/>
                  </a:lnTo>
                  <a:lnTo>
                    <a:pt x="1907878" y="596899"/>
                  </a:lnTo>
                  <a:lnTo>
                    <a:pt x="1921225" y="634999"/>
                  </a:lnTo>
                  <a:lnTo>
                    <a:pt x="1933314" y="673099"/>
                  </a:lnTo>
                  <a:lnTo>
                    <a:pt x="1944125" y="711199"/>
                  </a:lnTo>
                  <a:close/>
                </a:path>
                <a:path w="1983740" h="3073400" extrusionOk="0">
                  <a:moveTo>
                    <a:pt x="1979709" y="901699"/>
                  </a:moveTo>
                  <a:lnTo>
                    <a:pt x="3658" y="901699"/>
                  </a:lnTo>
                  <a:lnTo>
                    <a:pt x="4776" y="888999"/>
                  </a:lnTo>
                  <a:lnTo>
                    <a:pt x="9023" y="850899"/>
                  </a:lnTo>
                  <a:lnTo>
                    <a:pt x="14601" y="812799"/>
                  </a:lnTo>
                  <a:lnTo>
                    <a:pt x="21503" y="774699"/>
                  </a:lnTo>
                  <a:lnTo>
                    <a:pt x="29720" y="736599"/>
                  </a:lnTo>
                  <a:lnTo>
                    <a:pt x="35924" y="711199"/>
                  </a:lnTo>
                  <a:lnTo>
                    <a:pt x="1947443" y="711199"/>
                  </a:lnTo>
                  <a:lnTo>
                    <a:pt x="1956531" y="749299"/>
                  </a:lnTo>
                  <a:lnTo>
                    <a:pt x="1964311" y="787399"/>
                  </a:lnTo>
                  <a:lnTo>
                    <a:pt x="1970773" y="825499"/>
                  </a:lnTo>
                  <a:lnTo>
                    <a:pt x="1975908" y="863599"/>
                  </a:lnTo>
                  <a:lnTo>
                    <a:pt x="1979709" y="901699"/>
                  </a:lnTo>
                  <a:close/>
                </a:path>
                <a:path w="1983740" h="3073400" extrusionOk="0">
                  <a:moveTo>
                    <a:pt x="1049464" y="3047999"/>
                  </a:moveTo>
                  <a:lnTo>
                    <a:pt x="933900" y="3047999"/>
                  </a:lnTo>
                  <a:lnTo>
                    <a:pt x="928680" y="3035299"/>
                  </a:lnTo>
                  <a:lnTo>
                    <a:pt x="914471" y="3009899"/>
                  </a:lnTo>
                  <a:lnTo>
                    <a:pt x="904156" y="2997199"/>
                  </a:lnTo>
                  <a:lnTo>
                    <a:pt x="891845" y="2971799"/>
                  </a:lnTo>
                  <a:lnTo>
                    <a:pt x="877646" y="2946399"/>
                  </a:lnTo>
                  <a:lnTo>
                    <a:pt x="861666" y="2920999"/>
                  </a:lnTo>
                  <a:lnTo>
                    <a:pt x="844014" y="2895599"/>
                  </a:lnTo>
                  <a:lnTo>
                    <a:pt x="824797" y="2857499"/>
                  </a:lnTo>
                  <a:lnTo>
                    <a:pt x="804123" y="2819399"/>
                  </a:lnTo>
                  <a:lnTo>
                    <a:pt x="782101" y="2781299"/>
                  </a:lnTo>
                  <a:lnTo>
                    <a:pt x="758837" y="2743199"/>
                  </a:lnTo>
                  <a:lnTo>
                    <a:pt x="734441" y="2705099"/>
                  </a:lnTo>
                  <a:lnTo>
                    <a:pt x="709020" y="2654299"/>
                  </a:lnTo>
                  <a:lnTo>
                    <a:pt x="682681" y="2616199"/>
                  </a:lnTo>
                  <a:lnTo>
                    <a:pt x="655533" y="2565399"/>
                  </a:lnTo>
                  <a:lnTo>
                    <a:pt x="627684" y="2514599"/>
                  </a:lnTo>
                  <a:lnTo>
                    <a:pt x="599242" y="2463799"/>
                  </a:lnTo>
                  <a:lnTo>
                    <a:pt x="570313" y="2400299"/>
                  </a:lnTo>
                  <a:lnTo>
                    <a:pt x="541008" y="2349499"/>
                  </a:lnTo>
                  <a:lnTo>
                    <a:pt x="511432" y="2298699"/>
                  </a:lnTo>
                  <a:lnTo>
                    <a:pt x="481695" y="2235199"/>
                  </a:lnTo>
                  <a:lnTo>
                    <a:pt x="451903" y="2184399"/>
                  </a:lnTo>
                  <a:lnTo>
                    <a:pt x="422166" y="2120899"/>
                  </a:lnTo>
                  <a:lnTo>
                    <a:pt x="392590" y="2070099"/>
                  </a:lnTo>
                  <a:lnTo>
                    <a:pt x="363285" y="2006599"/>
                  </a:lnTo>
                  <a:lnTo>
                    <a:pt x="334357" y="1943099"/>
                  </a:lnTo>
                  <a:lnTo>
                    <a:pt x="305914" y="1892299"/>
                  </a:lnTo>
                  <a:lnTo>
                    <a:pt x="278065" y="1828799"/>
                  </a:lnTo>
                  <a:lnTo>
                    <a:pt x="250918" y="1765299"/>
                  </a:lnTo>
                  <a:lnTo>
                    <a:pt x="224580" y="1714499"/>
                  </a:lnTo>
                  <a:lnTo>
                    <a:pt x="199159" y="1650999"/>
                  </a:lnTo>
                  <a:lnTo>
                    <a:pt x="174763" y="1600199"/>
                  </a:lnTo>
                  <a:lnTo>
                    <a:pt x="151500" y="1536699"/>
                  </a:lnTo>
                  <a:lnTo>
                    <a:pt x="129478" y="1485899"/>
                  </a:lnTo>
                  <a:lnTo>
                    <a:pt x="108805" y="1435099"/>
                  </a:lnTo>
                  <a:lnTo>
                    <a:pt x="89589" y="1384299"/>
                  </a:lnTo>
                  <a:lnTo>
                    <a:pt x="71937" y="1320799"/>
                  </a:lnTo>
                  <a:lnTo>
                    <a:pt x="55958" y="1282699"/>
                  </a:lnTo>
                  <a:lnTo>
                    <a:pt x="41759" y="1231899"/>
                  </a:lnTo>
                  <a:lnTo>
                    <a:pt x="29449" y="1181099"/>
                  </a:lnTo>
                  <a:lnTo>
                    <a:pt x="19135" y="1142999"/>
                  </a:lnTo>
                  <a:lnTo>
                    <a:pt x="10925" y="1092199"/>
                  </a:lnTo>
                  <a:lnTo>
                    <a:pt x="4927" y="1054099"/>
                  </a:lnTo>
                  <a:lnTo>
                    <a:pt x="1249" y="1015999"/>
                  </a:lnTo>
                  <a:lnTo>
                    <a:pt x="0" y="977899"/>
                  </a:lnTo>
                  <a:lnTo>
                    <a:pt x="76" y="965199"/>
                  </a:lnTo>
                  <a:lnTo>
                    <a:pt x="1196" y="927099"/>
                  </a:lnTo>
                  <a:lnTo>
                    <a:pt x="2688" y="901699"/>
                  </a:lnTo>
                  <a:lnTo>
                    <a:pt x="1980679" y="901699"/>
                  </a:lnTo>
                  <a:lnTo>
                    <a:pt x="1982694" y="939799"/>
                  </a:lnTo>
                  <a:lnTo>
                    <a:pt x="1983366" y="977899"/>
                  </a:lnTo>
                  <a:lnTo>
                    <a:pt x="1982116" y="1015999"/>
                  </a:lnTo>
                  <a:lnTo>
                    <a:pt x="1978438" y="1054099"/>
                  </a:lnTo>
                  <a:lnTo>
                    <a:pt x="1972441" y="1092199"/>
                  </a:lnTo>
                  <a:lnTo>
                    <a:pt x="1964231" y="1142999"/>
                  </a:lnTo>
                  <a:lnTo>
                    <a:pt x="1953917" y="1181099"/>
                  </a:lnTo>
                  <a:lnTo>
                    <a:pt x="1941607" y="1231899"/>
                  </a:lnTo>
                  <a:lnTo>
                    <a:pt x="1927409" y="1282699"/>
                  </a:lnTo>
                  <a:lnTo>
                    <a:pt x="1911431" y="1320799"/>
                  </a:lnTo>
                  <a:lnTo>
                    <a:pt x="1893780" y="1384299"/>
                  </a:lnTo>
                  <a:lnTo>
                    <a:pt x="1874564" y="1435099"/>
                  </a:lnTo>
                  <a:lnTo>
                    <a:pt x="1853891" y="1485899"/>
                  </a:lnTo>
                  <a:lnTo>
                    <a:pt x="1831870" y="1536699"/>
                  </a:lnTo>
                  <a:lnTo>
                    <a:pt x="1808608" y="1600199"/>
                  </a:lnTo>
                  <a:lnTo>
                    <a:pt x="1784213" y="1650999"/>
                  </a:lnTo>
                  <a:lnTo>
                    <a:pt x="1758793" y="1714499"/>
                  </a:lnTo>
                  <a:lnTo>
                    <a:pt x="1732455" y="1765299"/>
                  </a:lnTo>
                  <a:lnTo>
                    <a:pt x="1705308" y="1828799"/>
                  </a:lnTo>
                  <a:lnTo>
                    <a:pt x="1677460" y="1892299"/>
                  </a:lnTo>
                  <a:lnTo>
                    <a:pt x="1649019" y="1943099"/>
                  </a:lnTo>
                  <a:lnTo>
                    <a:pt x="1620091" y="2006599"/>
                  </a:lnTo>
                  <a:lnTo>
                    <a:pt x="1590786" y="2070099"/>
                  </a:lnTo>
                  <a:lnTo>
                    <a:pt x="1561211" y="2120899"/>
                  </a:lnTo>
                  <a:lnTo>
                    <a:pt x="1531474" y="2184399"/>
                  </a:lnTo>
                  <a:lnTo>
                    <a:pt x="1501684" y="2235199"/>
                  </a:lnTo>
                  <a:lnTo>
                    <a:pt x="1471947" y="2298699"/>
                  </a:lnTo>
                  <a:lnTo>
                    <a:pt x="1442372" y="2349499"/>
                  </a:lnTo>
                  <a:lnTo>
                    <a:pt x="1413066" y="2400299"/>
                  </a:lnTo>
                  <a:lnTo>
                    <a:pt x="1384138" y="2463799"/>
                  </a:lnTo>
                  <a:lnTo>
                    <a:pt x="1355696" y="2514599"/>
                  </a:lnTo>
                  <a:lnTo>
                    <a:pt x="1327847" y="2565399"/>
                  </a:lnTo>
                  <a:lnTo>
                    <a:pt x="1300699" y="2616199"/>
                  </a:lnTo>
                  <a:lnTo>
                    <a:pt x="1274360" y="2654299"/>
                  </a:lnTo>
                  <a:lnTo>
                    <a:pt x="1248939" y="2705099"/>
                  </a:lnTo>
                  <a:lnTo>
                    <a:pt x="1224542" y="2743199"/>
                  </a:lnTo>
                  <a:lnTo>
                    <a:pt x="1201279" y="2781299"/>
                  </a:lnTo>
                  <a:lnTo>
                    <a:pt x="1179256" y="2819399"/>
                  </a:lnTo>
                  <a:lnTo>
                    <a:pt x="1158581" y="2857499"/>
                  </a:lnTo>
                  <a:lnTo>
                    <a:pt x="1139364" y="2895599"/>
                  </a:lnTo>
                  <a:lnTo>
                    <a:pt x="1121710" y="2920999"/>
                  </a:lnTo>
                  <a:lnTo>
                    <a:pt x="1105730" y="2946399"/>
                  </a:lnTo>
                  <a:lnTo>
                    <a:pt x="1091529" y="2971799"/>
                  </a:lnTo>
                  <a:lnTo>
                    <a:pt x="1079217" y="2997199"/>
                  </a:lnTo>
                  <a:lnTo>
                    <a:pt x="1068900" y="3009899"/>
                  </a:lnTo>
                  <a:lnTo>
                    <a:pt x="1060688" y="3022599"/>
                  </a:lnTo>
                  <a:lnTo>
                    <a:pt x="1049464" y="3047999"/>
                  </a:lnTo>
                  <a:close/>
                </a:path>
                <a:path w="1983740" h="3073400" extrusionOk="0">
                  <a:moveTo>
                    <a:pt x="1037799" y="3060699"/>
                  </a:moveTo>
                  <a:lnTo>
                    <a:pt x="945566" y="3060699"/>
                  </a:lnTo>
                  <a:lnTo>
                    <a:pt x="941298" y="3047999"/>
                  </a:lnTo>
                  <a:lnTo>
                    <a:pt x="1042067" y="3047999"/>
                  </a:lnTo>
                  <a:lnTo>
                    <a:pt x="1037799" y="3060699"/>
                  </a:lnTo>
                  <a:close/>
                </a:path>
                <a:path w="1983740" h="3073400" extrusionOk="0">
                  <a:moveTo>
                    <a:pt x="1014953" y="3073399"/>
                  </a:moveTo>
                  <a:lnTo>
                    <a:pt x="968411" y="3073399"/>
                  </a:lnTo>
                  <a:lnTo>
                    <a:pt x="962909" y="3060699"/>
                  </a:lnTo>
                  <a:lnTo>
                    <a:pt x="1020456" y="3060699"/>
                  </a:lnTo>
                  <a:lnTo>
                    <a:pt x="1014953" y="3073399"/>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5" name="Google Shape;85;p9"/>
            <p:cNvSpPr/>
            <p:nvPr/>
          </p:nvSpPr>
          <p:spPr>
            <a:xfrm>
              <a:off x="7030737" y="5240576"/>
              <a:ext cx="501650" cy="501650"/>
            </a:xfrm>
            <a:custGeom>
              <a:avLst/>
              <a:gdLst/>
              <a:ahLst/>
              <a:cxnLst/>
              <a:rect l="l" t="t" r="r" b="b"/>
              <a:pathLst>
                <a:path w="501650" h="501650" extrusionOk="0">
                  <a:moveTo>
                    <a:pt x="250545" y="501081"/>
                  </a:moveTo>
                  <a:lnTo>
                    <a:pt x="205505" y="497045"/>
                  </a:lnTo>
                  <a:lnTo>
                    <a:pt x="163118" y="485407"/>
                  </a:lnTo>
                  <a:lnTo>
                    <a:pt x="124087" y="466875"/>
                  </a:lnTo>
                  <a:lnTo>
                    <a:pt x="89120" y="442157"/>
                  </a:lnTo>
                  <a:lnTo>
                    <a:pt x="58923" y="411961"/>
                  </a:lnTo>
                  <a:lnTo>
                    <a:pt x="34206" y="376993"/>
                  </a:lnTo>
                  <a:lnTo>
                    <a:pt x="15674" y="337962"/>
                  </a:lnTo>
                  <a:lnTo>
                    <a:pt x="4036" y="295576"/>
                  </a:lnTo>
                  <a:lnTo>
                    <a:pt x="0" y="250542"/>
                  </a:lnTo>
                  <a:lnTo>
                    <a:pt x="4036" y="205505"/>
                  </a:lnTo>
                  <a:lnTo>
                    <a:pt x="15674" y="163119"/>
                  </a:lnTo>
                  <a:lnTo>
                    <a:pt x="34206" y="124088"/>
                  </a:lnTo>
                  <a:lnTo>
                    <a:pt x="58923" y="89120"/>
                  </a:lnTo>
                  <a:lnTo>
                    <a:pt x="89120" y="58924"/>
                  </a:lnTo>
                  <a:lnTo>
                    <a:pt x="124087" y="34206"/>
                  </a:lnTo>
                  <a:lnTo>
                    <a:pt x="163118" y="15674"/>
                  </a:lnTo>
                  <a:lnTo>
                    <a:pt x="205505" y="4036"/>
                  </a:lnTo>
                  <a:lnTo>
                    <a:pt x="250540" y="0"/>
                  </a:lnTo>
                  <a:lnTo>
                    <a:pt x="295575" y="4036"/>
                  </a:lnTo>
                  <a:lnTo>
                    <a:pt x="337962" y="15674"/>
                  </a:lnTo>
                  <a:lnTo>
                    <a:pt x="376993" y="34206"/>
                  </a:lnTo>
                  <a:lnTo>
                    <a:pt x="411961" y="58924"/>
                  </a:lnTo>
                  <a:lnTo>
                    <a:pt x="442157" y="89120"/>
                  </a:lnTo>
                  <a:lnTo>
                    <a:pt x="466875" y="124088"/>
                  </a:lnTo>
                  <a:lnTo>
                    <a:pt x="485407" y="163119"/>
                  </a:lnTo>
                  <a:lnTo>
                    <a:pt x="497045" y="205505"/>
                  </a:lnTo>
                  <a:lnTo>
                    <a:pt x="501081" y="250539"/>
                  </a:lnTo>
                  <a:lnTo>
                    <a:pt x="497045" y="295576"/>
                  </a:lnTo>
                  <a:lnTo>
                    <a:pt x="485407" y="337962"/>
                  </a:lnTo>
                  <a:lnTo>
                    <a:pt x="466875" y="376993"/>
                  </a:lnTo>
                  <a:lnTo>
                    <a:pt x="442157" y="411961"/>
                  </a:lnTo>
                  <a:lnTo>
                    <a:pt x="411961" y="442157"/>
                  </a:lnTo>
                  <a:lnTo>
                    <a:pt x="376993" y="466875"/>
                  </a:lnTo>
                  <a:lnTo>
                    <a:pt x="337962" y="485407"/>
                  </a:lnTo>
                  <a:lnTo>
                    <a:pt x="295575" y="497045"/>
                  </a:lnTo>
                  <a:lnTo>
                    <a:pt x="250545" y="501081"/>
                  </a:lnTo>
                  <a:close/>
                </a:path>
              </a:pathLst>
            </a:custGeom>
            <a:solidFill>
              <a:srgbClr val="12121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6" name="Google Shape;86;p9"/>
            <p:cNvSpPr/>
            <p:nvPr/>
          </p:nvSpPr>
          <p:spPr>
            <a:xfrm>
              <a:off x="9780792" y="1920649"/>
              <a:ext cx="1983739" cy="3073400"/>
            </a:xfrm>
            <a:custGeom>
              <a:avLst/>
              <a:gdLst/>
              <a:ahLst/>
              <a:cxnLst/>
              <a:rect l="l" t="t" r="r" b="b"/>
              <a:pathLst>
                <a:path w="1983740" h="3073400" extrusionOk="0">
                  <a:moveTo>
                    <a:pt x="1173200" y="12699"/>
                  </a:moveTo>
                  <a:lnTo>
                    <a:pt x="810167" y="12699"/>
                  </a:lnTo>
                  <a:lnTo>
                    <a:pt x="822143" y="0"/>
                  </a:lnTo>
                  <a:lnTo>
                    <a:pt x="1161223" y="0"/>
                  </a:lnTo>
                  <a:lnTo>
                    <a:pt x="1173200" y="12699"/>
                  </a:lnTo>
                  <a:close/>
                </a:path>
                <a:path w="1983740" h="3073400" extrusionOk="0">
                  <a:moveTo>
                    <a:pt x="1232642" y="25399"/>
                  </a:moveTo>
                  <a:lnTo>
                    <a:pt x="750724" y="25399"/>
                  </a:lnTo>
                  <a:lnTo>
                    <a:pt x="762548" y="12699"/>
                  </a:lnTo>
                  <a:lnTo>
                    <a:pt x="1220818" y="12699"/>
                  </a:lnTo>
                  <a:lnTo>
                    <a:pt x="1232642" y="25399"/>
                  </a:lnTo>
                  <a:close/>
                </a:path>
                <a:path w="1983740" h="3073400" extrusionOk="0">
                  <a:moveTo>
                    <a:pt x="1279553" y="38099"/>
                  </a:moveTo>
                  <a:lnTo>
                    <a:pt x="703813" y="38099"/>
                  </a:lnTo>
                  <a:lnTo>
                    <a:pt x="715481" y="25399"/>
                  </a:lnTo>
                  <a:lnTo>
                    <a:pt x="1267885" y="25399"/>
                  </a:lnTo>
                  <a:lnTo>
                    <a:pt x="1279553" y="38099"/>
                  </a:lnTo>
                  <a:close/>
                </a:path>
                <a:path w="1983740" h="3073400" extrusionOk="0">
                  <a:moveTo>
                    <a:pt x="1314287" y="50799"/>
                  </a:moveTo>
                  <a:lnTo>
                    <a:pt x="669080" y="50799"/>
                  </a:lnTo>
                  <a:lnTo>
                    <a:pt x="680611" y="38099"/>
                  </a:lnTo>
                  <a:lnTo>
                    <a:pt x="1302756" y="38099"/>
                  </a:lnTo>
                  <a:lnTo>
                    <a:pt x="1314287" y="50799"/>
                  </a:lnTo>
                  <a:close/>
                </a:path>
                <a:path w="1983740" h="3073400" extrusionOk="0">
                  <a:moveTo>
                    <a:pt x="1348584" y="63499"/>
                  </a:moveTo>
                  <a:lnTo>
                    <a:pt x="634781" y="63499"/>
                  </a:lnTo>
                  <a:lnTo>
                    <a:pt x="646162" y="50799"/>
                  </a:lnTo>
                  <a:lnTo>
                    <a:pt x="1337204" y="50799"/>
                  </a:lnTo>
                  <a:lnTo>
                    <a:pt x="1348584" y="63499"/>
                  </a:lnTo>
                  <a:close/>
                </a:path>
                <a:path w="1983740" h="3073400" extrusionOk="0">
                  <a:moveTo>
                    <a:pt x="1382399" y="76199"/>
                  </a:moveTo>
                  <a:lnTo>
                    <a:pt x="600967" y="76199"/>
                  </a:lnTo>
                  <a:lnTo>
                    <a:pt x="612183" y="63499"/>
                  </a:lnTo>
                  <a:lnTo>
                    <a:pt x="1371183" y="63499"/>
                  </a:lnTo>
                  <a:lnTo>
                    <a:pt x="1382399" y="76199"/>
                  </a:lnTo>
                  <a:close/>
                </a:path>
                <a:path w="1983740" h="3073400" extrusionOk="0">
                  <a:moveTo>
                    <a:pt x="1415682" y="88899"/>
                  </a:moveTo>
                  <a:lnTo>
                    <a:pt x="567684" y="88899"/>
                  </a:lnTo>
                  <a:lnTo>
                    <a:pt x="578718" y="76199"/>
                  </a:lnTo>
                  <a:lnTo>
                    <a:pt x="1404648" y="76199"/>
                  </a:lnTo>
                  <a:lnTo>
                    <a:pt x="1415682" y="88899"/>
                  </a:lnTo>
                  <a:close/>
                </a:path>
                <a:path w="1983740" h="3073400" extrusionOk="0">
                  <a:moveTo>
                    <a:pt x="1437554" y="101599"/>
                  </a:moveTo>
                  <a:lnTo>
                    <a:pt x="545811" y="101599"/>
                  </a:lnTo>
                  <a:lnTo>
                    <a:pt x="556714" y="88899"/>
                  </a:lnTo>
                  <a:lnTo>
                    <a:pt x="1426652" y="88899"/>
                  </a:lnTo>
                  <a:lnTo>
                    <a:pt x="1437554" y="101599"/>
                  </a:lnTo>
                  <a:close/>
                </a:path>
                <a:path w="1983740" h="3073400" extrusionOk="0">
                  <a:moveTo>
                    <a:pt x="1469857" y="114299"/>
                  </a:moveTo>
                  <a:lnTo>
                    <a:pt x="513509" y="114299"/>
                  </a:lnTo>
                  <a:lnTo>
                    <a:pt x="524207" y="101599"/>
                  </a:lnTo>
                  <a:lnTo>
                    <a:pt x="1459159" y="101599"/>
                  </a:lnTo>
                  <a:lnTo>
                    <a:pt x="1469857" y="114299"/>
                  </a:lnTo>
                  <a:close/>
                </a:path>
                <a:path w="1983740" h="3073400" extrusionOk="0">
                  <a:moveTo>
                    <a:pt x="1491032" y="126999"/>
                  </a:moveTo>
                  <a:lnTo>
                    <a:pt x="492334" y="126999"/>
                  </a:lnTo>
                  <a:lnTo>
                    <a:pt x="502885" y="114299"/>
                  </a:lnTo>
                  <a:lnTo>
                    <a:pt x="1480481" y="114299"/>
                  </a:lnTo>
                  <a:lnTo>
                    <a:pt x="1491032" y="126999"/>
                  </a:lnTo>
                  <a:close/>
                </a:path>
                <a:path w="1983740" h="3073400" extrusionOk="0">
                  <a:moveTo>
                    <a:pt x="1511910" y="139699"/>
                  </a:moveTo>
                  <a:lnTo>
                    <a:pt x="471456" y="139699"/>
                  </a:lnTo>
                  <a:lnTo>
                    <a:pt x="481856" y="126999"/>
                  </a:lnTo>
                  <a:lnTo>
                    <a:pt x="1501510" y="126999"/>
                  </a:lnTo>
                  <a:lnTo>
                    <a:pt x="1511910" y="139699"/>
                  </a:lnTo>
                  <a:close/>
                </a:path>
                <a:path w="1983740" h="3073400" extrusionOk="0">
                  <a:moveTo>
                    <a:pt x="1532471" y="152399"/>
                  </a:moveTo>
                  <a:lnTo>
                    <a:pt x="450895" y="152399"/>
                  </a:lnTo>
                  <a:lnTo>
                    <a:pt x="461135" y="139699"/>
                  </a:lnTo>
                  <a:lnTo>
                    <a:pt x="1522231" y="139699"/>
                  </a:lnTo>
                  <a:lnTo>
                    <a:pt x="1532471" y="152399"/>
                  </a:lnTo>
                  <a:close/>
                </a:path>
                <a:path w="1983740" h="3073400" extrusionOk="0">
                  <a:moveTo>
                    <a:pt x="1562702" y="177799"/>
                  </a:moveTo>
                  <a:lnTo>
                    <a:pt x="420664" y="177799"/>
                  </a:lnTo>
                  <a:lnTo>
                    <a:pt x="430656" y="165099"/>
                  </a:lnTo>
                  <a:lnTo>
                    <a:pt x="440734" y="152399"/>
                  </a:lnTo>
                  <a:lnTo>
                    <a:pt x="1542632" y="152399"/>
                  </a:lnTo>
                  <a:lnTo>
                    <a:pt x="1552710" y="165099"/>
                  </a:lnTo>
                  <a:lnTo>
                    <a:pt x="1562702" y="177799"/>
                  </a:lnTo>
                  <a:close/>
                </a:path>
                <a:path w="1983740" h="3073400" extrusionOk="0">
                  <a:moveTo>
                    <a:pt x="1582427" y="190499"/>
                  </a:moveTo>
                  <a:lnTo>
                    <a:pt x="400939" y="190499"/>
                  </a:lnTo>
                  <a:lnTo>
                    <a:pt x="410758" y="177799"/>
                  </a:lnTo>
                  <a:lnTo>
                    <a:pt x="1572608" y="177799"/>
                  </a:lnTo>
                  <a:lnTo>
                    <a:pt x="1582427" y="190499"/>
                  </a:lnTo>
                  <a:close/>
                </a:path>
                <a:path w="1983740" h="3073400" extrusionOk="0">
                  <a:moveTo>
                    <a:pt x="1601797" y="203199"/>
                  </a:moveTo>
                  <a:lnTo>
                    <a:pt x="381569" y="203199"/>
                  </a:lnTo>
                  <a:lnTo>
                    <a:pt x="391208" y="190499"/>
                  </a:lnTo>
                  <a:lnTo>
                    <a:pt x="1592158" y="190499"/>
                  </a:lnTo>
                  <a:lnTo>
                    <a:pt x="1601797" y="203199"/>
                  </a:lnTo>
                  <a:close/>
                </a:path>
                <a:path w="1983740" h="3073400" extrusionOk="0">
                  <a:moveTo>
                    <a:pt x="1630160" y="228599"/>
                  </a:moveTo>
                  <a:lnTo>
                    <a:pt x="353206" y="228599"/>
                  </a:lnTo>
                  <a:lnTo>
                    <a:pt x="362567" y="215899"/>
                  </a:lnTo>
                  <a:lnTo>
                    <a:pt x="372022" y="203199"/>
                  </a:lnTo>
                  <a:lnTo>
                    <a:pt x="1611344" y="203199"/>
                  </a:lnTo>
                  <a:lnTo>
                    <a:pt x="1620800" y="215899"/>
                  </a:lnTo>
                  <a:lnTo>
                    <a:pt x="1630160" y="228599"/>
                  </a:lnTo>
                  <a:close/>
                </a:path>
                <a:path w="1983740" h="3073400" extrusionOk="0">
                  <a:moveTo>
                    <a:pt x="1648588" y="241299"/>
                  </a:moveTo>
                  <a:lnTo>
                    <a:pt x="334778" y="241299"/>
                  </a:lnTo>
                  <a:lnTo>
                    <a:pt x="343943" y="228599"/>
                  </a:lnTo>
                  <a:lnTo>
                    <a:pt x="1639423" y="228599"/>
                  </a:lnTo>
                  <a:lnTo>
                    <a:pt x="1648588" y="241299"/>
                  </a:lnTo>
                  <a:close/>
                </a:path>
                <a:path w="1983740" h="3073400" extrusionOk="0">
                  <a:moveTo>
                    <a:pt x="1675488" y="266699"/>
                  </a:moveTo>
                  <a:lnTo>
                    <a:pt x="307878" y="266699"/>
                  </a:lnTo>
                  <a:lnTo>
                    <a:pt x="316742" y="253999"/>
                  </a:lnTo>
                  <a:lnTo>
                    <a:pt x="325710" y="241299"/>
                  </a:lnTo>
                  <a:lnTo>
                    <a:pt x="1657656" y="241299"/>
                  </a:lnTo>
                  <a:lnTo>
                    <a:pt x="1666624" y="253999"/>
                  </a:lnTo>
                  <a:lnTo>
                    <a:pt x="1675488" y="266699"/>
                  </a:lnTo>
                  <a:close/>
                </a:path>
                <a:path w="1983740" h="3073400" extrusionOk="0">
                  <a:moveTo>
                    <a:pt x="1701461" y="292099"/>
                  </a:moveTo>
                  <a:lnTo>
                    <a:pt x="281905" y="292099"/>
                  </a:lnTo>
                  <a:lnTo>
                    <a:pt x="290458" y="279399"/>
                  </a:lnTo>
                  <a:lnTo>
                    <a:pt x="299116" y="266699"/>
                  </a:lnTo>
                  <a:lnTo>
                    <a:pt x="1684250" y="266699"/>
                  </a:lnTo>
                  <a:lnTo>
                    <a:pt x="1692908" y="279399"/>
                  </a:lnTo>
                  <a:lnTo>
                    <a:pt x="1701461" y="292099"/>
                  </a:lnTo>
                  <a:close/>
                </a:path>
                <a:path w="1983740" h="3073400" extrusionOk="0">
                  <a:moveTo>
                    <a:pt x="1734589" y="330199"/>
                  </a:moveTo>
                  <a:lnTo>
                    <a:pt x="248777" y="330199"/>
                  </a:lnTo>
                  <a:lnTo>
                    <a:pt x="256895" y="317499"/>
                  </a:lnTo>
                  <a:lnTo>
                    <a:pt x="265124" y="304799"/>
                  </a:lnTo>
                  <a:lnTo>
                    <a:pt x="273460" y="292099"/>
                  </a:lnTo>
                  <a:lnTo>
                    <a:pt x="1709906" y="292099"/>
                  </a:lnTo>
                  <a:lnTo>
                    <a:pt x="1718243" y="304799"/>
                  </a:lnTo>
                  <a:lnTo>
                    <a:pt x="1726471" y="317499"/>
                  </a:lnTo>
                  <a:lnTo>
                    <a:pt x="1734589" y="330199"/>
                  </a:lnTo>
                  <a:close/>
                </a:path>
                <a:path w="1983740" h="3073400" extrusionOk="0">
                  <a:moveTo>
                    <a:pt x="1765927" y="368299"/>
                  </a:moveTo>
                  <a:lnTo>
                    <a:pt x="217439" y="368299"/>
                  </a:lnTo>
                  <a:lnTo>
                    <a:pt x="225102" y="355599"/>
                  </a:lnTo>
                  <a:lnTo>
                    <a:pt x="232881" y="342899"/>
                  </a:lnTo>
                  <a:lnTo>
                    <a:pt x="240773" y="330199"/>
                  </a:lnTo>
                  <a:lnTo>
                    <a:pt x="1742594" y="330199"/>
                  </a:lnTo>
                  <a:lnTo>
                    <a:pt x="1750486" y="342899"/>
                  </a:lnTo>
                  <a:lnTo>
                    <a:pt x="1758264" y="355599"/>
                  </a:lnTo>
                  <a:lnTo>
                    <a:pt x="1765927" y="368299"/>
                  </a:lnTo>
                  <a:close/>
                </a:path>
                <a:path w="1983740" h="3073400" extrusionOk="0">
                  <a:moveTo>
                    <a:pt x="1795400" y="406399"/>
                  </a:moveTo>
                  <a:lnTo>
                    <a:pt x="187967" y="406399"/>
                  </a:lnTo>
                  <a:lnTo>
                    <a:pt x="195156" y="393699"/>
                  </a:lnTo>
                  <a:lnTo>
                    <a:pt x="202466" y="380999"/>
                  </a:lnTo>
                  <a:lnTo>
                    <a:pt x="209894" y="368299"/>
                  </a:lnTo>
                  <a:lnTo>
                    <a:pt x="1773472" y="368299"/>
                  </a:lnTo>
                  <a:lnTo>
                    <a:pt x="1780900" y="380999"/>
                  </a:lnTo>
                  <a:lnTo>
                    <a:pt x="1788210" y="393699"/>
                  </a:lnTo>
                  <a:lnTo>
                    <a:pt x="1795400" y="406399"/>
                  </a:lnTo>
                  <a:close/>
                </a:path>
                <a:path w="1983740" h="3073400" extrusionOk="0">
                  <a:moveTo>
                    <a:pt x="1829509" y="457199"/>
                  </a:moveTo>
                  <a:lnTo>
                    <a:pt x="153857" y="457199"/>
                  </a:lnTo>
                  <a:lnTo>
                    <a:pt x="160430" y="444499"/>
                  </a:lnTo>
                  <a:lnTo>
                    <a:pt x="167129" y="431799"/>
                  </a:lnTo>
                  <a:lnTo>
                    <a:pt x="173953" y="419099"/>
                  </a:lnTo>
                  <a:lnTo>
                    <a:pt x="180899" y="406399"/>
                  </a:lnTo>
                  <a:lnTo>
                    <a:pt x="1802467" y="406399"/>
                  </a:lnTo>
                  <a:lnTo>
                    <a:pt x="1809413" y="419099"/>
                  </a:lnTo>
                  <a:lnTo>
                    <a:pt x="1816237" y="431799"/>
                  </a:lnTo>
                  <a:lnTo>
                    <a:pt x="1822936" y="444499"/>
                  </a:lnTo>
                  <a:lnTo>
                    <a:pt x="1829509" y="457199"/>
                  </a:lnTo>
                  <a:close/>
                </a:path>
                <a:path w="1983740" h="3073400" extrusionOk="0">
                  <a:moveTo>
                    <a:pt x="1860466" y="507999"/>
                  </a:moveTo>
                  <a:lnTo>
                    <a:pt x="122900" y="507999"/>
                  </a:lnTo>
                  <a:lnTo>
                    <a:pt x="128833" y="495299"/>
                  </a:lnTo>
                  <a:lnTo>
                    <a:pt x="134896" y="482599"/>
                  </a:lnTo>
                  <a:lnTo>
                    <a:pt x="141089" y="469899"/>
                  </a:lnTo>
                  <a:lnTo>
                    <a:pt x="147410" y="457199"/>
                  </a:lnTo>
                  <a:lnTo>
                    <a:pt x="1835956" y="457199"/>
                  </a:lnTo>
                  <a:lnTo>
                    <a:pt x="1842277" y="469899"/>
                  </a:lnTo>
                  <a:lnTo>
                    <a:pt x="1848470" y="482599"/>
                  </a:lnTo>
                  <a:lnTo>
                    <a:pt x="1854533" y="495299"/>
                  </a:lnTo>
                  <a:lnTo>
                    <a:pt x="1860466" y="507999"/>
                  </a:lnTo>
                  <a:close/>
                </a:path>
                <a:path w="1983740" h="3073400" extrusionOk="0">
                  <a:moveTo>
                    <a:pt x="1903152" y="596899"/>
                  </a:moveTo>
                  <a:lnTo>
                    <a:pt x="80215" y="596899"/>
                  </a:lnTo>
                  <a:lnTo>
                    <a:pt x="85078" y="584199"/>
                  </a:lnTo>
                  <a:lnTo>
                    <a:pt x="100484" y="546099"/>
                  </a:lnTo>
                  <a:lnTo>
                    <a:pt x="117097" y="507999"/>
                  </a:lnTo>
                  <a:lnTo>
                    <a:pt x="1866269" y="507999"/>
                  </a:lnTo>
                  <a:lnTo>
                    <a:pt x="1882882" y="546099"/>
                  </a:lnTo>
                  <a:lnTo>
                    <a:pt x="1898289" y="584199"/>
                  </a:lnTo>
                  <a:lnTo>
                    <a:pt x="1903152" y="596899"/>
                  </a:lnTo>
                  <a:close/>
                </a:path>
                <a:path w="1983740" h="3073400" extrusionOk="0">
                  <a:moveTo>
                    <a:pt x="1944125" y="711199"/>
                  </a:moveTo>
                  <a:lnTo>
                    <a:pt x="39241" y="711199"/>
                  </a:lnTo>
                  <a:lnTo>
                    <a:pt x="42702" y="698499"/>
                  </a:lnTo>
                  <a:lnTo>
                    <a:pt x="53941" y="660399"/>
                  </a:lnTo>
                  <a:lnTo>
                    <a:pt x="66451" y="622299"/>
                  </a:lnTo>
                  <a:lnTo>
                    <a:pt x="75488" y="596899"/>
                  </a:lnTo>
                  <a:lnTo>
                    <a:pt x="1907878" y="596899"/>
                  </a:lnTo>
                  <a:lnTo>
                    <a:pt x="1921225" y="634999"/>
                  </a:lnTo>
                  <a:lnTo>
                    <a:pt x="1933314" y="673099"/>
                  </a:lnTo>
                  <a:lnTo>
                    <a:pt x="1944125" y="711199"/>
                  </a:lnTo>
                  <a:close/>
                </a:path>
                <a:path w="1983740" h="3073400" extrusionOk="0">
                  <a:moveTo>
                    <a:pt x="1979709" y="901699"/>
                  </a:moveTo>
                  <a:lnTo>
                    <a:pt x="3658" y="901699"/>
                  </a:lnTo>
                  <a:lnTo>
                    <a:pt x="4776" y="888999"/>
                  </a:lnTo>
                  <a:lnTo>
                    <a:pt x="9023" y="850899"/>
                  </a:lnTo>
                  <a:lnTo>
                    <a:pt x="14601" y="812799"/>
                  </a:lnTo>
                  <a:lnTo>
                    <a:pt x="21503" y="774699"/>
                  </a:lnTo>
                  <a:lnTo>
                    <a:pt x="29720" y="736599"/>
                  </a:lnTo>
                  <a:lnTo>
                    <a:pt x="35924" y="711199"/>
                  </a:lnTo>
                  <a:lnTo>
                    <a:pt x="1947443" y="711199"/>
                  </a:lnTo>
                  <a:lnTo>
                    <a:pt x="1956531" y="749299"/>
                  </a:lnTo>
                  <a:lnTo>
                    <a:pt x="1964311" y="787399"/>
                  </a:lnTo>
                  <a:lnTo>
                    <a:pt x="1970773" y="825499"/>
                  </a:lnTo>
                  <a:lnTo>
                    <a:pt x="1975908" y="863599"/>
                  </a:lnTo>
                  <a:lnTo>
                    <a:pt x="1979709" y="901699"/>
                  </a:lnTo>
                  <a:close/>
                </a:path>
                <a:path w="1983740" h="3073400" extrusionOk="0">
                  <a:moveTo>
                    <a:pt x="1049464" y="3047999"/>
                  </a:moveTo>
                  <a:lnTo>
                    <a:pt x="933900" y="3047999"/>
                  </a:lnTo>
                  <a:lnTo>
                    <a:pt x="928680" y="3035299"/>
                  </a:lnTo>
                  <a:lnTo>
                    <a:pt x="914471" y="3009899"/>
                  </a:lnTo>
                  <a:lnTo>
                    <a:pt x="904156" y="2997199"/>
                  </a:lnTo>
                  <a:lnTo>
                    <a:pt x="891845" y="2971799"/>
                  </a:lnTo>
                  <a:lnTo>
                    <a:pt x="877646" y="2946399"/>
                  </a:lnTo>
                  <a:lnTo>
                    <a:pt x="861666" y="2920999"/>
                  </a:lnTo>
                  <a:lnTo>
                    <a:pt x="844014" y="2895599"/>
                  </a:lnTo>
                  <a:lnTo>
                    <a:pt x="824797" y="2857499"/>
                  </a:lnTo>
                  <a:lnTo>
                    <a:pt x="804123" y="2819399"/>
                  </a:lnTo>
                  <a:lnTo>
                    <a:pt x="782101" y="2781299"/>
                  </a:lnTo>
                  <a:lnTo>
                    <a:pt x="758837" y="2743199"/>
                  </a:lnTo>
                  <a:lnTo>
                    <a:pt x="734441" y="2705099"/>
                  </a:lnTo>
                  <a:lnTo>
                    <a:pt x="709020" y="2654299"/>
                  </a:lnTo>
                  <a:lnTo>
                    <a:pt x="682681" y="2616199"/>
                  </a:lnTo>
                  <a:lnTo>
                    <a:pt x="655533" y="2565399"/>
                  </a:lnTo>
                  <a:lnTo>
                    <a:pt x="627684" y="2514599"/>
                  </a:lnTo>
                  <a:lnTo>
                    <a:pt x="599242" y="2463799"/>
                  </a:lnTo>
                  <a:lnTo>
                    <a:pt x="570313" y="2400299"/>
                  </a:lnTo>
                  <a:lnTo>
                    <a:pt x="541008" y="2349499"/>
                  </a:lnTo>
                  <a:lnTo>
                    <a:pt x="511432" y="2298699"/>
                  </a:lnTo>
                  <a:lnTo>
                    <a:pt x="481695" y="2235199"/>
                  </a:lnTo>
                  <a:lnTo>
                    <a:pt x="451903" y="2184399"/>
                  </a:lnTo>
                  <a:lnTo>
                    <a:pt x="422166" y="2120899"/>
                  </a:lnTo>
                  <a:lnTo>
                    <a:pt x="392590" y="2070099"/>
                  </a:lnTo>
                  <a:lnTo>
                    <a:pt x="363285" y="2006599"/>
                  </a:lnTo>
                  <a:lnTo>
                    <a:pt x="334357" y="1943099"/>
                  </a:lnTo>
                  <a:lnTo>
                    <a:pt x="305914" y="1892299"/>
                  </a:lnTo>
                  <a:lnTo>
                    <a:pt x="278065" y="1828799"/>
                  </a:lnTo>
                  <a:lnTo>
                    <a:pt x="250918" y="1765299"/>
                  </a:lnTo>
                  <a:lnTo>
                    <a:pt x="224580" y="1714499"/>
                  </a:lnTo>
                  <a:lnTo>
                    <a:pt x="199159" y="1650999"/>
                  </a:lnTo>
                  <a:lnTo>
                    <a:pt x="174763" y="1600199"/>
                  </a:lnTo>
                  <a:lnTo>
                    <a:pt x="151500" y="1536699"/>
                  </a:lnTo>
                  <a:lnTo>
                    <a:pt x="129478" y="1485899"/>
                  </a:lnTo>
                  <a:lnTo>
                    <a:pt x="108805" y="1435099"/>
                  </a:lnTo>
                  <a:lnTo>
                    <a:pt x="89589" y="1384299"/>
                  </a:lnTo>
                  <a:lnTo>
                    <a:pt x="71937" y="1320799"/>
                  </a:lnTo>
                  <a:lnTo>
                    <a:pt x="55958" y="1282699"/>
                  </a:lnTo>
                  <a:lnTo>
                    <a:pt x="41759" y="1231899"/>
                  </a:lnTo>
                  <a:lnTo>
                    <a:pt x="29449" y="1181099"/>
                  </a:lnTo>
                  <a:lnTo>
                    <a:pt x="19135" y="1142999"/>
                  </a:lnTo>
                  <a:lnTo>
                    <a:pt x="10925" y="1092199"/>
                  </a:lnTo>
                  <a:lnTo>
                    <a:pt x="4927" y="1054099"/>
                  </a:lnTo>
                  <a:lnTo>
                    <a:pt x="1249" y="1015999"/>
                  </a:lnTo>
                  <a:lnTo>
                    <a:pt x="0" y="977899"/>
                  </a:lnTo>
                  <a:lnTo>
                    <a:pt x="76" y="965199"/>
                  </a:lnTo>
                  <a:lnTo>
                    <a:pt x="1196" y="927099"/>
                  </a:lnTo>
                  <a:lnTo>
                    <a:pt x="2688" y="901699"/>
                  </a:lnTo>
                  <a:lnTo>
                    <a:pt x="1980679" y="901699"/>
                  </a:lnTo>
                  <a:lnTo>
                    <a:pt x="1982694" y="939799"/>
                  </a:lnTo>
                  <a:lnTo>
                    <a:pt x="1983366" y="977899"/>
                  </a:lnTo>
                  <a:lnTo>
                    <a:pt x="1982116" y="1015999"/>
                  </a:lnTo>
                  <a:lnTo>
                    <a:pt x="1978438" y="1054099"/>
                  </a:lnTo>
                  <a:lnTo>
                    <a:pt x="1972441" y="1092199"/>
                  </a:lnTo>
                  <a:lnTo>
                    <a:pt x="1964231" y="1142999"/>
                  </a:lnTo>
                  <a:lnTo>
                    <a:pt x="1953917" y="1181099"/>
                  </a:lnTo>
                  <a:lnTo>
                    <a:pt x="1941607" y="1231899"/>
                  </a:lnTo>
                  <a:lnTo>
                    <a:pt x="1927409" y="1282699"/>
                  </a:lnTo>
                  <a:lnTo>
                    <a:pt x="1911431" y="1320799"/>
                  </a:lnTo>
                  <a:lnTo>
                    <a:pt x="1893780" y="1384299"/>
                  </a:lnTo>
                  <a:lnTo>
                    <a:pt x="1874564" y="1435099"/>
                  </a:lnTo>
                  <a:lnTo>
                    <a:pt x="1853891" y="1485899"/>
                  </a:lnTo>
                  <a:lnTo>
                    <a:pt x="1831870" y="1536699"/>
                  </a:lnTo>
                  <a:lnTo>
                    <a:pt x="1808608" y="1600199"/>
                  </a:lnTo>
                  <a:lnTo>
                    <a:pt x="1784213" y="1650999"/>
                  </a:lnTo>
                  <a:lnTo>
                    <a:pt x="1758793" y="1714499"/>
                  </a:lnTo>
                  <a:lnTo>
                    <a:pt x="1732455" y="1765299"/>
                  </a:lnTo>
                  <a:lnTo>
                    <a:pt x="1705308" y="1828799"/>
                  </a:lnTo>
                  <a:lnTo>
                    <a:pt x="1677460" y="1892299"/>
                  </a:lnTo>
                  <a:lnTo>
                    <a:pt x="1649019" y="1943099"/>
                  </a:lnTo>
                  <a:lnTo>
                    <a:pt x="1620091" y="2006599"/>
                  </a:lnTo>
                  <a:lnTo>
                    <a:pt x="1590786" y="2070099"/>
                  </a:lnTo>
                  <a:lnTo>
                    <a:pt x="1561211" y="2120899"/>
                  </a:lnTo>
                  <a:lnTo>
                    <a:pt x="1531474" y="2184399"/>
                  </a:lnTo>
                  <a:lnTo>
                    <a:pt x="1501684" y="2235199"/>
                  </a:lnTo>
                  <a:lnTo>
                    <a:pt x="1471947" y="2298699"/>
                  </a:lnTo>
                  <a:lnTo>
                    <a:pt x="1442372" y="2349499"/>
                  </a:lnTo>
                  <a:lnTo>
                    <a:pt x="1413066" y="2400299"/>
                  </a:lnTo>
                  <a:lnTo>
                    <a:pt x="1384138" y="2463799"/>
                  </a:lnTo>
                  <a:lnTo>
                    <a:pt x="1355696" y="2514599"/>
                  </a:lnTo>
                  <a:lnTo>
                    <a:pt x="1327847" y="2565399"/>
                  </a:lnTo>
                  <a:lnTo>
                    <a:pt x="1300699" y="2616199"/>
                  </a:lnTo>
                  <a:lnTo>
                    <a:pt x="1274360" y="2654299"/>
                  </a:lnTo>
                  <a:lnTo>
                    <a:pt x="1248939" y="2705099"/>
                  </a:lnTo>
                  <a:lnTo>
                    <a:pt x="1224542" y="2743199"/>
                  </a:lnTo>
                  <a:lnTo>
                    <a:pt x="1201279" y="2781299"/>
                  </a:lnTo>
                  <a:lnTo>
                    <a:pt x="1179256" y="2819399"/>
                  </a:lnTo>
                  <a:lnTo>
                    <a:pt x="1158581" y="2857499"/>
                  </a:lnTo>
                  <a:lnTo>
                    <a:pt x="1139364" y="2895599"/>
                  </a:lnTo>
                  <a:lnTo>
                    <a:pt x="1121710" y="2920999"/>
                  </a:lnTo>
                  <a:lnTo>
                    <a:pt x="1105730" y="2946399"/>
                  </a:lnTo>
                  <a:lnTo>
                    <a:pt x="1091529" y="2971799"/>
                  </a:lnTo>
                  <a:lnTo>
                    <a:pt x="1079217" y="2997199"/>
                  </a:lnTo>
                  <a:lnTo>
                    <a:pt x="1068900" y="3009899"/>
                  </a:lnTo>
                  <a:lnTo>
                    <a:pt x="1060688" y="3022599"/>
                  </a:lnTo>
                  <a:lnTo>
                    <a:pt x="1049464" y="3047999"/>
                  </a:lnTo>
                  <a:close/>
                </a:path>
                <a:path w="1983740" h="3073400" extrusionOk="0">
                  <a:moveTo>
                    <a:pt x="1037799" y="3060699"/>
                  </a:moveTo>
                  <a:lnTo>
                    <a:pt x="945566" y="3060699"/>
                  </a:lnTo>
                  <a:lnTo>
                    <a:pt x="941298" y="3047999"/>
                  </a:lnTo>
                  <a:lnTo>
                    <a:pt x="1042067" y="3047999"/>
                  </a:lnTo>
                  <a:lnTo>
                    <a:pt x="1037799" y="3060699"/>
                  </a:lnTo>
                  <a:close/>
                </a:path>
                <a:path w="1983740" h="3073400" extrusionOk="0">
                  <a:moveTo>
                    <a:pt x="1014953" y="3073399"/>
                  </a:moveTo>
                  <a:lnTo>
                    <a:pt x="968411" y="3073399"/>
                  </a:lnTo>
                  <a:lnTo>
                    <a:pt x="962909" y="3060699"/>
                  </a:lnTo>
                  <a:lnTo>
                    <a:pt x="1020456" y="3060699"/>
                  </a:lnTo>
                  <a:lnTo>
                    <a:pt x="1014953" y="3073399"/>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7" name="Google Shape;87;p9"/>
            <p:cNvSpPr/>
            <p:nvPr/>
          </p:nvSpPr>
          <p:spPr>
            <a:xfrm>
              <a:off x="10521295" y="5240576"/>
              <a:ext cx="501650" cy="501650"/>
            </a:xfrm>
            <a:custGeom>
              <a:avLst/>
              <a:gdLst/>
              <a:ahLst/>
              <a:cxnLst/>
              <a:rect l="l" t="t" r="r" b="b"/>
              <a:pathLst>
                <a:path w="501650" h="501650" extrusionOk="0">
                  <a:moveTo>
                    <a:pt x="250545" y="501081"/>
                  </a:moveTo>
                  <a:lnTo>
                    <a:pt x="205505" y="497045"/>
                  </a:lnTo>
                  <a:lnTo>
                    <a:pt x="163118" y="485407"/>
                  </a:lnTo>
                  <a:lnTo>
                    <a:pt x="124087" y="466875"/>
                  </a:lnTo>
                  <a:lnTo>
                    <a:pt x="89120" y="442157"/>
                  </a:lnTo>
                  <a:lnTo>
                    <a:pt x="58923" y="411961"/>
                  </a:lnTo>
                  <a:lnTo>
                    <a:pt x="34205" y="376993"/>
                  </a:lnTo>
                  <a:lnTo>
                    <a:pt x="15673" y="337962"/>
                  </a:lnTo>
                  <a:lnTo>
                    <a:pt x="4035" y="295576"/>
                  </a:lnTo>
                  <a:lnTo>
                    <a:pt x="0" y="250534"/>
                  </a:lnTo>
                  <a:lnTo>
                    <a:pt x="4035" y="205505"/>
                  </a:lnTo>
                  <a:lnTo>
                    <a:pt x="15673" y="163119"/>
                  </a:lnTo>
                  <a:lnTo>
                    <a:pt x="34205" y="124088"/>
                  </a:lnTo>
                  <a:lnTo>
                    <a:pt x="58923" y="89120"/>
                  </a:lnTo>
                  <a:lnTo>
                    <a:pt x="89120" y="58924"/>
                  </a:lnTo>
                  <a:lnTo>
                    <a:pt x="124087" y="34206"/>
                  </a:lnTo>
                  <a:lnTo>
                    <a:pt x="163118" y="15674"/>
                  </a:lnTo>
                  <a:lnTo>
                    <a:pt x="205505" y="4036"/>
                  </a:lnTo>
                  <a:lnTo>
                    <a:pt x="250540" y="0"/>
                  </a:lnTo>
                  <a:lnTo>
                    <a:pt x="295575" y="4036"/>
                  </a:lnTo>
                  <a:lnTo>
                    <a:pt x="337962" y="15674"/>
                  </a:lnTo>
                  <a:lnTo>
                    <a:pt x="376993" y="34206"/>
                  </a:lnTo>
                  <a:lnTo>
                    <a:pt x="411960" y="58924"/>
                  </a:lnTo>
                  <a:lnTo>
                    <a:pt x="442157" y="89120"/>
                  </a:lnTo>
                  <a:lnTo>
                    <a:pt x="466875" y="124088"/>
                  </a:lnTo>
                  <a:lnTo>
                    <a:pt x="485406" y="163119"/>
                  </a:lnTo>
                  <a:lnTo>
                    <a:pt x="497044" y="205505"/>
                  </a:lnTo>
                  <a:lnTo>
                    <a:pt x="501080" y="250541"/>
                  </a:lnTo>
                  <a:lnTo>
                    <a:pt x="497044" y="295576"/>
                  </a:lnTo>
                  <a:lnTo>
                    <a:pt x="485406" y="337962"/>
                  </a:lnTo>
                  <a:lnTo>
                    <a:pt x="466875" y="376993"/>
                  </a:lnTo>
                  <a:lnTo>
                    <a:pt x="442157" y="411961"/>
                  </a:lnTo>
                  <a:lnTo>
                    <a:pt x="411960" y="442157"/>
                  </a:lnTo>
                  <a:lnTo>
                    <a:pt x="376993" y="466875"/>
                  </a:lnTo>
                  <a:lnTo>
                    <a:pt x="337962" y="485407"/>
                  </a:lnTo>
                  <a:lnTo>
                    <a:pt x="295575" y="497045"/>
                  </a:lnTo>
                  <a:lnTo>
                    <a:pt x="250545" y="501081"/>
                  </a:lnTo>
                  <a:close/>
                </a:path>
              </a:pathLst>
            </a:custGeom>
            <a:solidFill>
              <a:srgbClr val="12121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8" name="Google Shape;88;p9"/>
            <p:cNvSpPr/>
            <p:nvPr/>
          </p:nvSpPr>
          <p:spPr>
            <a:xfrm>
              <a:off x="13271348" y="1920649"/>
              <a:ext cx="1983739" cy="3073400"/>
            </a:xfrm>
            <a:custGeom>
              <a:avLst/>
              <a:gdLst/>
              <a:ahLst/>
              <a:cxnLst/>
              <a:rect l="l" t="t" r="r" b="b"/>
              <a:pathLst>
                <a:path w="1983740" h="3073400" extrusionOk="0">
                  <a:moveTo>
                    <a:pt x="1173200" y="12699"/>
                  </a:moveTo>
                  <a:lnTo>
                    <a:pt x="810167" y="12699"/>
                  </a:lnTo>
                  <a:lnTo>
                    <a:pt x="822143" y="0"/>
                  </a:lnTo>
                  <a:lnTo>
                    <a:pt x="1161223" y="0"/>
                  </a:lnTo>
                  <a:lnTo>
                    <a:pt x="1173200" y="12699"/>
                  </a:lnTo>
                  <a:close/>
                </a:path>
                <a:path w="1983740" h="3073400" extrusionOk="0">
                  <a:moveTo>
                    <a:pt x="1232642" y="25399"/>
                  </a:moveTo>
                  <a:lnTo>
                    <a:pt x="750724" y="25399"/>
                  </a:lnTo>
                  <a:lnTo>
                    <a:pt x="762548" y="12699"/>
                  </a:lnTo>
                  <a:lnTo>
                    <a:pt x="1220818" y="12699"/>
                  </a:lnTo>
                  <a:lnTo>
                    <a:pt x="1232642" y="25399"/>
                  </a:lnTo>
                  <a:close/>
                </a:path>
                <a:path w="1983740" h="3073400" extrusionOk="0">
                  <a:moveTo>
                    <a:pt x="1279553" y="38099"/>
                  </a:moveTo>
                  <a:lnTo>
                    <a:pt x="703813" y="38099"/>
                  </a:lnTo>
                  <a:lnTo>
                    <a:pt x="715481" y="25399"/>
                  </a:lnTo>
                  <a:lnTo>
                    <a:pt x="1267885" y="25399"/>
                  </a:lnTo>
                  <a:lnTo>
                    <a:pt x="1279553" y="38099"/>
                  </a:lnTo>
                  <a:close/>
                </a:path>
                <a:path w="1983740" h="3073400" extrusionOk="0">
                  <a:moveTo>
                    <a:pt x="1314287" y="50799"/>
                  </a:moveTo>
                  <a:lnTo>
                    <a:pt x="669080" y="50799"/>
                  </a:lnTo>
                  <a:lnTo>
                    <a:pt x="680611" y="38099"/>
                  </a:lnTo>
                  <a:lnTo>
                    <a:pt x="1302756" y="38099"/>
                  </a:lnTo>
                  <a:lnTo>
                    <a:pt x="1314287" y="50799"/>
                  </a:lnTo>
                  <a:close/>
                </a:path>
                <a:path w="1983740" h="3073400" extrusionOk="0">
                  <a:moveTo>
                    <a:pt x="1348584" y="63499"/>
                  </a:moveTo>
                  <a:lnTo>
                    <a:pt x="634781" y="63499"/>
                  </a:lnTo>
                  <a:lnTo>
                    <a:pt x="646162" y="50799"/>
                  </a:lnTo>
                  <a:lnTo>
                    <a:pt x="1337204" y="50799"/>
                  </a:lnTo>
                  <a:lnTo>
                    <a:pt x="1348584" y="63499"/>
                  </a:lnTo>
                  <a:close/>
                </a:path>
                <a:path w="1983740" h="3073400" extrusionOk="0">
                  <a:moveTo>
                    <a:pt x="1382399" y="76199"/>
                  </a:moveTo>
                  <a:lnTo>
                    <a:pt x="600967" y="76199"/>
                  </a:lnTo>
                  <a:lnTo>
                    <a:pt x="612183" y="63499"/>
                  </a:lnTo>
                  <a:lnTo>
                    <a:pt x="1371183" y="63499"/>
                  </a:lnTo>
                  <a:lnTo>
                    <a:pt x="1382399" y="76199"/>
                  </a:lnTo>
                  <a:close/>
                </a:path>
                <a:path w="1983740" h="3073400" extrusionOk="0">
                  <a:moveTo>
                    <a:pt x="1415682" y="88899"/>
                  </a:moveTo>
                  <a:lnTo>
                    <a:pt x="567684" y="88899"/>
                  </a:lnTo>
                  <a:lnTo>
                    <a:pt x="578718" y="76199"/>
                  </a:lnTo>
                  <a:lnTo>
                    <a:pt x="1404648" y="76199"/>
                  </a:lnTo>
                  <a:lnTo>
                    <a:pt x="1415682" y="88899"/>
                  </a:lnTo>
                  <a:close/>
                </a:path>
                <a:path w="1983740" h="3073400" extrusionOk="0">
                  <a:moveTo>
                    <a:pt x="1437554" y="101599"/>
                  </a:moveTo>
                  <a:lnTo>
                    <a:pt x="545811" y="101599"/>
                  </a:lnTo>
                  <a:lnTo>
                    <a:pt x="556714" y="88899"/>
                  </a:lnTo>
                  <a:lnTo>
                    <a:pt x="1426652" y="88899"/>
                  </a:lnTo>
                  <a:lnTo>
                    <a:pt x="1437554" y="101599"/>
                  </a:lnTo>
                  <a:close/>
                </a:path>
                <a:path w="1983740" h="3073400" extrusionOk="0">
                  <a:moveTo>
                    <a:pt x="1469857" y="114299"/>
                  </a:moveTo>
                  <a:lnTo>
                    <a:pt x="513509" y="114299"/>
                  </a:lnTo>
                  <a:lnTo>
                    <a:pt x="524207" y="101599"/>
                  </a:lnTo>
                  <a:lnTo>
                    <a:pt x="1459159" y="101599"/>
                  </a:lnTo>
                  <a:lnTo>
                    <a:pt x="1469857" y="114299"/>
                  </a:lnTo>
                  <a:close/>
                </a:path>
                <a:path w="1983740" h="3073400" extrusionOk="0">
                  <a:moveTo>
                    <a:pt x="1491032" y="126999"/>
                  </a:moveTo>
                  <a:lnTo>
                    <a:pt x="492334" y="126999"/>
                  </a:lnTo>
                  <a:lnTo>
                    <a:pt x="502885" y="114299"/>
                  </a:lnTo>
                  <a:lnTo>
                    <a:pt x="1480481" y="114299"/>
                  </a:lnTo>
                  <a:lnTo>
                    <a:pt x="1491032" y="126999"/>
                  </a:lnTo>
                  <a:close/>
                </a:path>
                <a:path w="1983740" h="3073400" extrusionOk="0">
                  <a:moveTo>
                    <a:pt x="1511910" y="139699"/>
                  </a:moveTo>
                  <a:lnTo>
                    <a:pt x="471456" y="139699"/>
                  </a:lnTo>
                  <a:lnTo>
                    <a:pt x="481856" y="126999"/>
                  </a:lnTo>
                  <a:lnTo>
                    <a:pt x="1501510" y="126999"/>
                  </a:lnTo>
                  <a:lnTo>
                    <a:pt x="1511910" y="139699"/>
                  </a:lnTo>
                  <a:close/>
                </a:path>
                <a:path w="1983740" h="3073400" extrusionOk="0">
                  <a:moveTo>
                    <a:pt x="1532471" y="152399"/>
                  </a:moveTo>
                  <a:lnTo>
                    <a:pt x="450895" y="152399"/>
                  </a:lnTo>
                  <a:lnTo>
                    <a:pt x="461135" y="139699"/>
                  </a:lnTo>
                  <a:lnTo>
                    <a:pt x="1522231" y="139699"/>
                  </a:lnTo>
                  <a:lnTo>
                    <a:pt x="1532471" y="152399"/>
                  </a:lnTo>
                  <a:close/>
                </a:path>
                <a:path w="1983740" h="3073400" extrusionOk="0">
                  <a:moveTo>
                    <a:pt x="1562702" y="177799"/>
                  </a:moveTo>
                  <a:lnTo>
                    <a:pt x="420664" y="177799"/>
                  </a:lnTo>
                  <a:lnTo>
                    <a:pt x="430656" y="165099"/>
                  </a:lnTo>
                  <a:lnTo>
                    <a:pt x="440734" y="152399"/>
                  </a:lnTo>
                  <a:lnTo>
                    <a:pt x="1542632" y="152399"/>
                  </a:lnTo>
                  <a:lnTo>
                    <a:pt x="1552710" y="165099"/>
                  </a:lnTo>
                  <a:lnTo>
                    <a:pt x="1562702" y="177799"/>
                  </a:lnTo>
                  <a:close/>
                </a:path>
                <a:path w="1983740" h="3073400" extrusionOk="0">
                  <a:moveTo>
                    <a:pt x="1582427" y="190499"/>
                  </a:moveTo>
                  <a:lnTo>
                    <a:pt x="400939" y="190499"/>
                  </a:lnTo>
                  <a:lnTo>
                    <a:pt x="410758" y="177799"/>
                  </a:lnTo>
                  <a:lnTo>
                    <a:pt x="1572608" y="177799"/>
                  </a:lnTo>
                  <a:lnTo>
                    <a:pt x="1582427" y="190499"/>
                  </a:lnTo>
                  <a:close/>
                </a:path>
                <a:path w="1983740" h="3073400" extrusionOk="0">
                  <a:moveTo>
                    <a:pt x="1601797" y="203199"/>
                  </a:moveTo>
                  <a:lnTo>
                    <a:pt x="381569" y="203199"/>
                  </a:lnTo>
                  <a:lnTo>
                    <a:pt x="391208" y="190499"/>
                  </a:lnTo>
                  <a:lnTo>
                    <a:pt x="1592158" y="190499"/>
                  </a:lnTo>
                  <a:lnTo>
                    <a:pt x="1601797" y="203199"/>
                  </a:lnTo>
                  <a:close/>
                </a:path>
                <a:path w="1983740" h="3073400" extrusionOk="0">
                  <a:moveTo>
                    <a:pt x="1630160" y="228599"/>
                  </a:moveTo>
                  <a:lnTo>
                    <a:pt x="353206" y="228599"/>
                  </a:lnTo>
                  <a:lnTo>
                    <a:pt x="362567" y="215899"/>
                  </a:lnTo>
                  <a:lnTo>
                    <a:pt x="372022" y="203199"/>
                  </a:lnTo>
                  <a:lnTo>
                    <a:pt x="1611344" y="203199"/>
                  </a:lnTo>
                  <a:lnTo>
                    <a:pt x="1620800" y="215899"/>
                  </a:lnTo>
                  <a:lnTo>
                    <a:pt x="1630160" y="228599"/>
                  </a:lnTo>
                  <a:close/>
                </a:path>
                <a:path w="1983740" h="3073400" extrusionOk="0">
                  <a:moveTo>
                    <a:pt x="1648588" y="241299"/>
                  </a:moveTo>
                  <a:lnTo>
                    <a:pt x="334778" y="241299"/>
                  </a:lnTo>
                  <a:lnTo>
                    <a:pt x="343943" y="228599"/>
                  </a:lnTo>
                  <a:lnTo>
                    <a:pt x="1639423" y="228599"/>
                  </a:lnTo>
                  <a:lnTo>
                    <a:pt x="1648588" y="241299"/>
                  </a:lnTo>
                  <a:close/>
                </a:path>
                <a:path w="1983740" h="3073400" extrusionOk="0">
                  <a:moveTo>
                    <a:pt x="1675488" y="266699"/>
                  </a:moveTo>
                  <a:lnTo>
                    <a:pt x="307878" y="266699"/>
                  </a:lnTo>
                  <a:lnTo>
                    <a:pt x="316742" y="253999"/>
                  </a:lnTo>
                  <a:lnTo>
                    <a:pt x="325710" y="241299"/>
                  </a:lnTo>
                  <a:lnTo>
                    <a:pt x="1657656" y="241299"/>
                  </a:lnTo>
                  <a:lnTo>
                    <a:pt x="1666624" y="253999"/>
                  </a:lnTo>
                  <a:lnTo>
                    <a:pt x="1675488" y="266699"/>
                  </a:lnTo>
                  <a:close/>
                </a:path>
                <a:path w="1983740" h="3073400" extrusionOk="0">
                  <a:moveTo>
                    <a:pt x="1701461" y="292099"/>
                  </a:moveTo>
                  <a:lnTo>
                    <a:pt x="281905" y="292099"/>
                  </a:lnTo>
                  <a:lnTo>
                    <a:pt x="290458" y="279399"/>
                  </a:lnTo>
                  <a:lnTo>
                    <a:pt x="299116" y="266699"/>
                  </a:lnTo>
                  <a:lnTo>
                    <a:pt x="1684250" y="266699"/>
                  </a:lnTo>
                  <a:lnTo>
                    <a:pt x="1692908" y="279399"/>
                  </a:lnTo>
                  <a:lnTo>
                    <a:pt x="1701461" y="292099"/>
                  </a:lnTo>
                  <a:close/>
                </a:path>
                <a:path w="1983740" h="3073400" extrusionOk="0">
                  <a:moveTo>
                    <a:pt x="1734589" y="330199"/>
                  </a:moveTo>
                  <a:lnTo>
                    <a:pt x="248777" y="330199"/>
                  </a:lnTo>
                  <a:lnTo>
                    <a:pt x="256895" y="317499"/>
                  </a:lnTo>
                  <a:lnTo>
                    <a:pt x="265124" y="304799"/>
                  </a:lnTo>
                  <a:lnTo>
                    <a:pt x="273460" y="292099"/>
                  </a:lnTo>
                  <a:lnTo>
                    <a:pt x="1709906" y="292099"/>
                  </a:lnTo>
                  <a:lnTo>
                    <a:pt x="1718243" y="304799"/>
                  </a:lnTo>
                  <a:lnTo>
                    <a:pt x="1726471" y="317499"/>
                  </a:lnTo>
                  <a:lnTo>
                    <a:pt x="1734589" y="330199"/>
                  </a:lnTo>
                  <a:close/>
                </a:path>
                <a:path w="1983740" h="3073400" extrusionOk="0">
                  <a:moveTo>
                    <a:pt x="1765927" y="368299"/>
                  </a:moveTo>
                  <a:lnTo>
                    <a:pt x="217439" y="368299"/>
                  </a:lnTo>
                  <a:lnTo>
                    <a:pt x="225102" y="355599"/>
                  </a:lnTo>
                  <a:lnTo>
                    <a:pt x="232881" y="342899"/>
                  </a:lnTo>
                  <a:lnTo>
                    <a:pt x="240773" y="330199"/>
                  </a:lnTo>
                  <a:lnTo>
                    <a:pt x="1742594" y="330199"/>
                  </a:lnTo>
                  <a:lnTo>
                    <a:pt x="1750486" y="342899"/>
                  </a:lnTo>
                  <a:lnTo>
                    <a:pt x="1758264" y="355599"/>
                  </a:lnTo>
                  <a:lnTo>
                    <a:pt x="1765927" y="368299"/>
                  </a:lnTo>
                  <a:close/>
                </a:path>
                <a:path w="1983740" h="3073400" extrusionOk="0">
                  <a:moveTo>
                    <a:pt x="1795400" y="406399"/>
                  </a:moveTo>
                  <a:lnTo>
                    <a:pt x="187967" y="406399"/>
                  </a:lnTo>
                  <a:lnTo>
                    <a:pt x="195156" y="393699"/>
                  </a:lnTo>
                  <a:lnTo>
                    <a:pt x="202466" y="380999"/>
                  </a:lnTo>
                  <a:lnTo>
                    <a:pt x="209894" y="368299"/>
                  </a:lnTo>
                  <a:lnTo>
                    <a:pt x="1773472" y="368299"/>
                  </a:lnTo>
                  <a:lnTo>
                    <a:pt x="1780900" y="380999"/>
                  </a:lnTo>
                  <a:lnTo>
                    <a:pt x="1788210" y="393699"/>
                  </a:lnTo>
                  <a:lnTo>
                    <a:pt x="1795400" y="406399"/>
                  </a:lnTo>
                  <a:close/>
                </a:path>
                <a:path w="1983740" h="3073400" extrusionOk="0">
                  <a:moveTo>
                    <a:pt x="1829509" y="457199"/>
                  </a:moveTo>
                  <a:lnTo>
                    <a:pt x="153857" y="457199"/>
                  </a:lnTo>
                  <a:lnTo>
                    <a:pt x="160430" y="444499"/>
                  </a:lnTo>
                  <a:lnTo>
                    <a:pt x="167129" y="431799"/>
                  </a:lnTo>
                  <a:lnTo>
                    <a:pt x="173953" y="419099"/>
                  </a:lnTo>
                  <a:lnTo>
                    <a:pt x="180899" y="406399"/>
                  </a:lnTo>
                  <a:lnTo>
                    <a:pt x="1802467" y="406399"/>
                  </a:lnTo>
                  <a:lnTo>
                    <a:pt x="1809413" y="419099"/>
                  </a:lnTo>
                  <a:lnTo>
                    <a:pt x="1816237" y="431799"/>
                  </a:lnTo>
                  <a:lnTo>
                    <a:pt x="1822936" y="444499"/>
                  </a:lnTo>
                  <a:lnTo>
                    <a:pt x="1829509" y="457199"/>
                  </a:lnTo>
                  <a:close/>
                </a:path>
                <a:path w="1983740" h="3073400" extrusionOk="0">
                  <a:moveTo>
                    <a:pt x="1860466" y="507999"/>
                  </a:moveTo>
                  <a:lnTo>
                    <a:pt x="122900" y="507999"/>
                  </a:lnTo>
                  <a:lnTo>
                    <a:pt x="128833" y="495299"/>
                  </a:lnTo>
                  <a:lnTo>
                    <a:pt x="134896" y="482599"/>
                  </a:lnTo>
                  <a:lnTo>
                    <a:pt x="141089" y="469899"/>
                  </a:lnTo>
                  <a:lnTo>
                    <a:pt x="147410" y="457199"/>
                  </a:lnTo>
                  <a:lnTo>
                    <a:pt x="1835956" y="457199"/>
                  </a:lnTo>
                  <a:lnTo>
                    <a:pt x="1842277" y="469899"/>
                  </a:lnTo>
                  <a:lnTo>
                    <a:pt x="1848470" y="482599"/>
                  </a:lnTo>
                  <a:lnTo>
                    <a:pt x="1854533" y="495299"/>
                  </a:lnTo>
                  <a:lnTo>
                    <a:pt x="1860466" y="507999"/>
                  </a:lnTo>
                  <a:close/>
                </a:path>
                <a:path w="1983740" h="3073400" extrusionOk="0">
                  <a:moveTo>
                    <a:pt x="1903152" y="596899"/>
                  </a:moveTo>
                  <a:lnTo>
                    <a:pt x="80215" y="596899"/>
                  </a:lnTo>
                  <a:lnTo>
                    <a:pt x="85078" y="584199"/>
                  </a:lnTo>
                  <a:lnTo>
                    <a:pt x="100484" y="546099"/>
                  </a:lnTo>
                  <a:lnTo>
                    <a:pt x="117097" y="507999"/>
                  </a:lnTo>
                  <a:lnTo>
                    <a:pt x="1866269" y="507999"/>
                  </a:lnTo>
                  <a:lnTo>
                    <a:pt x="1882882" y="546099"/>
                  </a:lnTo>
                  <a:lnTo>
                    <a:pt x="1898289" y="584199"/>
                  </a:lnTo>
                  <a:lnTo>
                    <a:pt x="1903152" y="596899"/>
                  </a:lnTo>
                  <a:close/>
                </a:path>
                <a:path w="1983740" h="3073400" extrusionOk="0">
                  <a:moveTo>
                    <a:pt x="1944125" y="711199"/>
                  </a:moveTo>
                  <a:lnTo>
                    <a:pt x="39241" y="711199"/>
                  </a:lnTo>
                  <a:lnTo>
                    <a:pt x="42702" y="698499"/>
                  </a:lnTo>
                  <a:lnTo>
                    <a:pt x="53941" y="660399"/>
                  </a:lnTo>
                  <a:lnTo>
                    <a:pt x="66451" y="622299"/>
                  </a:lnTo>
                  <a:lnTo>
                    <a:pt x="75488" y="596899"/>
                  </a:lnTo>
                  <a:lnTo>
                    <a:pt x="1907878" y="596899"/>
                  </a:lnTo>
                  <a:lnTo>
                    <a:pt x="1921225" y="634999"/>
                  </a:lnTo>
                  <a:lnTo>
                    <a:pt x="1933314" y="673099"/>
                  </a:lnTo>
                  <a:lnTo>
                    <a:pt x="1944125" y="711199"/>
                  </a:lnTo>
                  <a:close/>
                </a:path>
                <a:path w="1983740" h="3073400" extrusionOk="0">
                  <a:moveTo>
                    <a:pt x="1979709" y="901699"/>
                  </a:moveTo>
                  <a:lnTo>
                    <a:pt x="3658" y="901699"/>
                  </a:lnTo>
                  <a:lnTo>
                    <a:pt x="4776" y="888999"/>
                  </a:lnTo>
                  <a:lnTo>
                    <a:pt x="9023" y="850899"/>
                  </a:lnTo>
                  <a:lnTo>
                    <a:pt x="14601" y="812799"/>
                  </a:lnTo>
                  <a:lnTo>
                    <a:pt x="21503" y="774699"/>
                  </a:lnTo>
                  <a:lnTo>
                    <a:pt x="29720" y="736599"/>
                  </a:lnTo>
                  <a:lnTo>
                    <a:pt x="35924" y="711199"/>
                  </a:lnTo>
                  <a:lnTo>
                    <a:pt x="1947443" y="711199"/>
                  </a:lnTo>
                  <a:lnTo>
                    <a:pt x="1956531" y="749299"/>
                  </a:lnTo>
                  <a:lnTo>
                    <a:pt x="1964311" y="787399"/>
                  </a:lnTo>
                  <a:lnTo>
                    <a:pt x="1970773" y="825499"/>
                  </a:lnTo>
                  <a:lnTo>
                    <a:pt x="1975908" y="863599"/>
                  </a:lnTo>
                  <a:lnTo>
                    <a:pt x="1979709" y="901699"/>
                  </a:lnTo>
                  <a:close/>
                </a:path>
                <a:path w="1983740" h="3073400" extrusionOk="0">
                  <a:moveTo>
                    <a:pt x="1049464" y="3047999"/>
                  </a:moveTo>
                  <a:lnTo>
                    <a:pt x="933900" y="3047999"/>
                  </a:lnTo>
                  <a:lnTo>
                    <a:pt x="928680" y="3035299"/>
                  </a:lnTo>
                  <a:lnTo>
                    <a:pt x="914471" y="3009899"/>
                  </a:lnTo>
                  <a:lnTo>
                    <a:pt x="904156" y="2997199"/>
                  </a:lnTo>
                  <a:lnTo>
                    <a:pt x="891845" y="2971799"/>
                  </a:lnTo>
                  <a:lnTo>
                    <a:pt x="877646" y="2946399"/>
                  </a:lnTo>
                  <a:lnTo>
                    <a:pt x="861666" y="2920999"/>
                  </a:lnTo>
                  <a:lnTo>
                    <a:pt x="844014" y="2895599"/>
                  </a:lnTo>
                  <a:lnTo>
                    <a:pt x="824797" y="2857499"/>
                  </a:lnTo>
                  <a:lnTo>
                    <a:pt x="804123" y="2819399"/>
                  </a:lnTo>
                  <a:lnTo>
                    <a:pt x="782101" y="2781299"/>
                  </a:lnTo>
                  <a:lnTo>
                    <a:pt x="758837" y="2743199"/>
                  </a:lnTo>
                  <a:lnTo>
                    <a:pt x="734441" y="2705099"/>
                  </a:lnTo>
                  <a:lnTo>
                    <a:pt x="709020" y="2654299"/>
                  </a:lnTo>
                  <a:lnTo>
                    <a:pt x="682681" y="2616199"/>
                  </a:lnTo>
                  <a:lnTo>
                    <a:pt x="655533" y="2565399"/>
                  </a:lnTo>
                  <a:lnTo>
                    <a:pt x="627684" y="2514599"/>
                  </a:lnTo>
                  <a:lnTo>
                    <a:pt x="599242" y="2463799"/>
                  </a:lnTo>
                  <a:lnTo>
                    <a:pt x="570313" y="2400299"/>
                  </a:lnTo>
                  <a:lnTo>
                    <a:pt x="541008" y="2349499"/>
                  </a:lnTo>
                  <a:lnTo>
                    <a:pt x="511432" y="2298699"/>
                  </a:lnTo>
                  <a:lnTo>
                    <a:pt x="481695" y="2235199"/>
                  </a:lnTo>
                  <a:lnTo>
                    <a:pt x="451903" y="2184399"/>
                  </a:lnTo>
                  <a:lnTo>
                    <a:pt x="422166" y="2120899"/>
                  </a:lnTo>
                  <a:lnTo>
                    <a:pt x="392590" y="2070099"/>
                  </a:lnTo>
                  <a:lnTo>
                    <a:pt x="363285" y="2006599"/>
                  </a:lnTo>
                  <a:lnTo>
                    <a:pt x="334357" y="1943099"/>
                  </a:lnTo>
                  <a:lnTo>
                    <a:pt x="305914" y="1892299"/>
                  </a:lnTo>
                  <a:lnTo>
                    <a:pt x="278065" y="1828799"/>
                  </a:lnTo>
                  <a:lnTo>
                    <a:pt x="250918" y="1765299"/>
                  </a:lnTo>
                  <a:lnTo>
                    <a:pt x="224580" y="1714499"/>
                  </a:lnTo>
                  <a:lnTo>
                    <a:pt x="199159" y="1650999"/>
                  </a:lnTo>
                  <a:lnTo>
                    <a:pt x="174763" y="1600199"/>
                  </a:lnTo>
                  <a:lnTo>
                    <a:pt x="151500" y="1536699"/>
                  </a:lnTo>
                  <a:lnTo>
                    <a:pt x="129478" y="1485899"/>
                  </a:lnTo>
                  <a:lnTo>
                    <a:pt x="108805" y="1435099"/>
                  </a:lnTo>
                  <a:lnTo>
                    <a:pt x="89589" y="1384299"/>
                  </a:lnTo>
                  <a:lnTo>
                    <a:pt x="71937" y="1320799"/>
                  </a:lnTo>
                  <a:lnTo>
                    <a:pt x="55958" y="1282699"/>
                  </a:lnTo>
                  <a:lnTo>
                    <a:pt x="41759" y="1231899"/>
                  </a:lnTo>
                  <a:lnTo>
                    <a:pt x="29449" y="1181099"/>
                  </a:lnTo>
                  <a:lnTo>
                    <a:pt x="19135" y="1142999"/>
                  </a:lnTo>
                  <a:lnTo>
                    <a:pt x="10925" y="1092199"/>
                  </a:lnTo>
                  <a:lnTo>
                    <a:pt x="4927" y="1054099"/>
                  </a:lnTo>
                  <a:lnTo>
                    <a:pt x="1249" y="1015999"/>
                  </a:lnTo>
                  <a:lnTo>
                    <a:pt x="0" y="977899"/>
                  </a:lnTo>
                  <a:lnTo>
                    <a:pt x="76" y="965199"/>
                  </a:lnTo>
                  <a:lnTo>
                    <a:pt x="1196" y="927099"/>
                  </a:lnTo>
                  <a:lnTo>
                    <a:pt x="2688" y="901699"/>
                  </a:lnTo>
                  <a:lnTo>
                    <a:pt x="1980679" y="901699"/>
                  </a:lnTo>
                  <a:lnTo>
                    <a:pt x="1982694" y="939799"/>
                  </a:lnTo>
                  <a:lnTo>
                    <a:pt x="1983366" y="977899"/>
                  </a:lnTo>
                  <a:lnTo>
                    <a:pt x="1982116" y="1015999"/>
                  </a:lnTo>
                  <a:lnTo>
                    <a:pt x="1978438" y="1054099"/>
                  </a:lnTo>
                  <a:lnTo>
                    <a:pt x="1972441" y="1092199"/>
                  </a:lnTo>
                  <a:lnTo>
                    <a:pt x="1964231" y="1142999"/>
                  </a:lnTo>
                  <a:lnTo>
                    <a:pt x="1953917" y="1181099"/>
                  </a:lnTo>
                  <a:lnTo>
                    <a:pt x="1941607" y="1231899"/>
                  </a:lnTo>
                  <a:lnTo>
                    <a:pt x="1927409" y="1282699"/>
                  </a:lnTo>
                  <a:lnTo>
                    <a:pt x="1911431" y="1320799"/>
                  </a:lnTo>
                  <a:lnTo>
                    <a:pt x="1893780" y="1384299"/>
                  </a:lnTo>
                  <a:lnTo>
                    <a:pt x="1874564" y="1435099"/>
                  </a:lnTo>
                  <a:lnTo>
                    <a:pt x="1853891" y="1485899"/>
                  </a:lnTo>
                  <a:lnTo>
                    <a:pt x="1831870" y="1536699"/>
                  </a:lnTo>
                  <a:lnTo>
                    <a:pt x="1808608" y="1600199"/>
                  </a:lnTo>
                  <a:lnTo>
                    <a:pt x="1784213" y="1650999"/>
                  </a:lnTo>
                  <a:lnTo>
                    <a:pt x="1758793" y="1714499"/>
                  </a:lnTo>
                  <a:lnTo>
                    <a:pt x="1732455" y="1765299"/>
                  </a:lnTo>
                  <a:lnTo>
                    <a:pt x="1705308" y="1828799"/>
                  </a:lnTo>
                  <a:lnTo>
                    <a:pt x="1677460" y="1892299"/>
                  </a:lnTo>
                  <a:lnTo>
                    <a:pt x="1649019" y="1943099"/>
                  </a:lnTo>
                  <a:lnTo>
                    <a:pt x="1620091" y="2006599"/>
                  </a:lnTo>
                  <a:lnTo>
                    <a:pt x="1590786" y="2070099"/>
                  </a:lnTo>
                  <a:lnTo>
                    <a:pt x="1561211" y="2120899"/>
                  </a:lnTo>
                  <a:lnTo>
                    <a:pt x="1531474" y="2184399"/>
                  </a:lnTo>
                  <a:lnTo>
                    <a:pt x="1501684" y="2235199"/>
                  </a:lnTo>
                  <a:lnTo>
                    <a:pt x="1471947" y="2298699"/>
                  </a:lnTo>
                  <a:lnTo>
                    <a:pt x="1442372" y="2349499"/>
                  </a:lnTo>
                  <a:lnTo>
                    <a:pt x="1413066" y="2400299"/>
                  </a:lnTo>
                  <a:lnTo>
                    <a:pt x="1384138" y="2463799"/>
                  </a:lnTo>
                  <a:lnTo>
                    <a:pt x="1355696" y="2514599"/>
                  </a:lnTo>
                  <a:lnTo>
                    <a:pt x="1327847" y="2565399"/>
                  </a:lnTo>
                  <a:lnTo>
                    <a:pt x="1300699" y="2616199"/>
                  </a:lnTo>
                  <a:lnTo>
                    <a:pt x="1274360" y="2654299"/>
                  </a:lnTo>
                  <a:lnTo>
                    <a:pt x="1248939" y="2705099"/>
                  </a:lnTo>
                  <a:lnTo>
                    <a:pt x="1224542" y="2743199"/>
                  </a:lnTo>
                  <a:lnTo>
                    <a:pt x="1201279" y="2781299"/>
                  </a:lnTo>
                  <a:lnTo>
                    <a:pt x="1179256" y="2819399"/>
                  </a:lnTo>
                  <a:lnTo>
                    <a:pt x="1158581" y="2857499"/>
                  </a:lnTo>
                  <a:lnTo>
                    <a:pt x="1139364" y="2895599"/>
                  </a:lnTo>
                  <a:lnTo>
                    <a:pt x="1121710" y="2920999"/>
                  </a:lnTo>
                  <a:lnTo>
                    <a:pt x="1105730" y="2946399"/>
                  </a:lnTo>
                  <a:lnTo>
                    <a:pt x="1091529" y="2971799"/>
                  </a:lnTo>
                  <a:lnTo>
                    <a:pt x="1079217" y="2997199"/>
                  </a:lnTo>
                  <a:lnTo>
                    <a:pt x="1068900" y="3009899"/>
                  </a:lnTo>
                  <a:lnTo>
                    <a:pt x="1060688" y="3022599"/>
                  </a:lnTo>
                  <a:lnTo>
                    <a:pt x="1049464" y="3047999"/>
                  </a:lnTo>
                  <a:close/>
                </a:path>
                <a:path w="1983740" h="3073400" extrusionOk="0">
                  <a:moveTo>
                    <a:pt x="1037799" y="3060699"/>
                  </a:moveTo>
                  <a:lnTo>
                    <a:pt x="945566" y="3060699"/>
                  </a:lnTo>
                  <a:lnTo>
                    <a:pt x="941298" y="3047999"/>
                  </a:lnTo>
                  <a:lnTo>
                    <a:pt x="1042067" y="3047999"/>
                  </a:lnTo>
                  <a:lnTo>
                    <a:pt x="1037799" y="3060699"/>
                  </a:lnTo>
                  <a:close/>
                </a:path>
                <a:path w="1983740" h="3073400" extrusionOk="0">
                  <a:moveTo>
                    <a:pt x="1014953" y="3073399"/>
                  </a:moveTo>
                  <a:lnTo>
                    <a:pt x="968411" y="3073399"/>
                  </a:lnTo>
                  <a:lnTo>
                    <a:pt x="962909" y="3060699"/>
                  </a:lnTo>
                  <a:lnTo>
                    <a:pt x="1020456" y="3060699"/>
                  </a:lnTo>
                  <a:lnTo>
                    <a:pt x="1014953" y="3073399"/>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89" name="Google Shape;89;p9"/>
            <p:cNvSpPr/>
            <p:nvPr/>
          </p:nvSpPr>
          <p:spPr>
            <a:xfrm>
              <a:off x="14011852" y="5240576"/>
              <a:ext cx="501650" cy="501650"/>
            </a:xfrm>
            <a:custGeom>
              <a:avLst/>
              <a:gdLst/>
              <a:ahLst/>
              <a:cxnLst/>
              <a:rect l="l" t="t" r="r" b="b"/>
              <a:pathLst>
                <a:path w="501650" h="501650" extrusionOk="0">
                  <a:moveTo>
                    <a:pt x="250545" y="501081"/>
                  </a:moveTo>
                  <a:lnTo>
                    <a:pt x="205504" y="497045"/>
                  </a:lnTo>
                  <a:lnTo>
                    <a:pt x="163118" y="485407"/>
                  </a:lnTo>
                  <a:lnTo>
                    <a:pt x="124087" y="466875"/>
                  </a:lnTo>
                  <a:lnTo>
                    <a:pt x="89119" y="442157"/>
                  </a:lnTo>
                  <a:lnTo>
                    <a:pt x="58923" y="411961"/>
                  </a:lnTo>
                  <a:lnTo>
                    <a:pt x="34205" y="376993"/>
                  </a:lnTo>
                  <a:lnTo>
                    <a:pt x="15674" y="337962"/>
                  </a:lnTo>
                  <a:lnTo>
                    <a:pt x="4036" y="295576"/>
                  </a:lnTo>
                  <a:lnTo>
                    <a:pt x="0" y="250537"/>
                  </a:lnTo>
                  <a:lnTo>
                    <a:pt x="4036" y="205505"/>
                  </a:lnTo>
                  <a:lnTo>
                    <a:pt x="15674" y="163119"/>
                  </a:lnTo>
                  <a:lnTo>
                    <a:pt x="34205" y="124088"/>
                  </a:lnTo>
                  <a:lnTo>
                    <a:pt x="58923" y="89120"/>
                  </a:lnTo>
                  <a:lnTo>
                    <a:pt x="89119" y="58924"/>
                  </a:lnTo>
                  <a:lnTo>
                    <a:pt x="124087" y="34206"/>
                  </a:lnTo>
                  <a:lnTo>
                    <a:pt x="163118" y="15674"/>
                  </a:lnTo>
                  <a:lnTo>
                    <a:pt x="205504" y="4036"/>
                  </a:lnTo>
                  <a:lnTo>
                    <a:pt x="250539" y="0"/>
                  </a:lnTo>
                  <a:lnTo>
                    <a:pt x="295574" y="4036"/>
                  </a:lnTo>
                  <a:lnTo>
                    <a:pt x="337961" y="15674"/>
                  </a:lnTo>
                  <a:lnTo>
                    <a:pt x="376992" y="34206"/>
                  </a:lnTo>
                  <a:lnTo>
                    <a:pt x="411960" y="58924"/>
                  </a:lnTo>
                  <a:lnTo>
                    <a:pt x="442157" y="89120"/>
                  </a:lnTo>
                  <a:lnTo>
                    <a:pt x="466875" y="124088"/>
                  </a:lnTo>
                  <a:lnTo>
                    <a:pt x="485406" y="163119"/>
                  </a:lnTo>
                  <a:lnTo>
                    <a:pt x="497044" y="205505"/>
                  </a:lnTo>
                  <a:lnTo>
                    <a:pt x="501080" y="250541"/>
                  </a:lnTo>
                  <a:lnTo>
                    <a:pt x="497044" y="295576"/>
                  </a:lnTo>
                  <a:lnTo>
                    <a:pt x="485406" y="337962"/>
                  </a:lnTo>
                  <a:lnTo>
                    <a:pt x="466875" y="376993"/>
                  </a:lnTo>
                  <a:lnTo>
                    <a:pt x="442157" y="411961"/>
                  </a:lnTo>
                  <a:lnTo>
                    <a:pt x="411960" y="442157"/>
                  </a:lnTo>
                  <a:lnTo>
                    <a:pt x="376992" y="466875"/>
                  </a:lnTo>
                  <a:lnTo>
                    <a:pt x="337961" y="485407"/>
                  </a:lnTo>
                  <a:lnTo>
                    <a:pt x="295574" y="497045"/>
                  </a:lnTo>
                  <a:lnTo>
                    <a:pt x="250545" y="501081"/>
                  </a:lnTo>
                  <a:close/>
                </a:path>
              </a:pathLst>
            </a:custGeom>
            <a:solidFill>
              <a:srgbClr val="12121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90" name="Google Shape;90;p9"/>
          <p:cNvSpPr txBox="1"/>
          <p:nvPr/>
        </p:nvSpPr>
        <p:spPr>
          <a:xfrm>
            <a:off x="3295265" y="2379377"/>
            <a:ext cx="11589385" cy="103505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None/>
            </a:pPr>
            <a:r>
              <a:rPr lang="en-US" sz="6600" b="1">
                <a:solidFill>
                  <a:srgbClr val="FFFAFA"/>
                </a:solidFill>
                <a:latin typeface="Arial"/>
                <a:ea typeface="Arial"/>
                <a:cs typeface="Arial"/>
                <a:sym typeface="Arial"/>
              </a:rPr>
              <a:t>01	02	03	04</a:t>
            </a:r>
            <a:endParaRPr sz="6600">
              <a:latin typeface="Arial"/>
              <a:ea typeface="Arial"/>
              <a:cs typeface="Arial"/>
              <a:sym typeface="Arial"/>
            </a:endParaRPr>
          </a:p>
        </p:txBody>
      </p:sp>
      <p:sp>
        <p:nvSpPr>
          <p:cNvPr id="91" name="Google Shape;91;p9"/>
          <p:cNvSpPr txBox="1"/>
          <p:nvPr/>
        </p:nvSpPr>
        <p:spPr>
          <a:xfrm>
            <a:off x="5801511" y="5877357"/>
            <a:ext cx="2959735" cy="1940560"/>
          </a:xfrm>
          <a:prstGeom prst="rect">
            <a:avLst/>
          </a:prstGeom>
          <a:noFill/>
          <a:ln>
            <a:noFill/>
          </a:ln>
        </p:spPr>
        <p:txBody>
          <a:bodyPr spcFirstLastPara="1" wrap="square" lIns="0" tIns="12700" rIns="0" bIns="0" anchor="t" anchorCtr="0">
            <a:spAutoFit/>
          </a:bodyPr>
          <a:lstStyle/>
          <a:p>
            <a:pPr marL="234950" marR="300355" lvl="0" indent="0" algn="ctr" rtl="0">
              <a:lnSpc>
                <a:spcPct val="114799"/>
              </a:lnSpc>
              <a:spcBef>
                <a:spcPts val="0"/>
              </a:spcBef>
              <a:spcAft>
                <a:spcPts val="0"/>
              </a:spcAft>
              <a:buNone/>
            </a:pPr>
            <a:r>
              <a:rPr lang="en-US" sz="2450" b="1">
                <a:solidFill>
                  <a:srgbClr val="231F20"/>
                </a:solidFill>
                <a:latin typeface="Arial"/>
                <a:ea typeface="Arial"/>
                <a:cs typeface="Arial"/>
                <a:sym typeface="Arial"/>
              </a:rPr>
              <a:t>ORGANIZED  WORKSPACES</a:t>
            </a:r>
            <a:endParaRPr sz="2450">
              <a:latin typeface="Arial"/>
              <a:ea typeface="Arial"/>
              <a:cs typeface="Arial"/>
              <a:sym typeface="Arial"/>
            </a:endParaRPr>
          </a:p>
          <a:p>
            <a:pPr marL="35560" marR="27940" lvl="0" indent="0" algn="ctr" rtl="0">
              <a:lnSpc>
                <a:spcPct val="113199"/>
              </a:lnSpc>
              <a:spcBef>
                <a:spcPts val="785"/>
              </a:spcBef>
              <a:spcAft>
                <a:spcPts val="0"/>
              </a:spcAft>
              <a:buNone/>
            </a:pPr>
            <a:r>
              <a:rPr lang="en-US" sz="1850">
                <a:solidFill>
                  <a:srgbClr val="231F20"/>
                </a:solidFill>
                <a:latin typeface="Trebuchet MS"/>
                <a:ea typeface="Trebuchet MS"/>
                <a:cs typeface="Trebuchet MS"/>
                <a:sym typeface="Trebuchet MS"/>
              </a:rPr>
              <a:t>Group related content  in  " Spaces"  for  easy</a:t>
            </a:r>
            <a:endParaRPr sz="1850">
              <a:latin typeface="Trebuchet MS"/>
              <a:ea typeface="Trebuchet MS"/>
              <a:cs typeface="Trebuchet MS"/>
              <a:sym typeface="Trebuchet MS"/>
            </a:endParaRPr>
          </a:p>
          <a:p>
            <a:pPr marL="0" marR="0" lvl="0" indent="0" algn="ctr" rtl="0">
              <a:lnSpc>
                <a:spcPct val="100000"/>
              </a:lnSpc>
              <a:spcBef>
                <a:spcPts val="295"/>
              </a:spcBef>
              <a:spcAft>
                <a:spcPts val="0"/>
              </a:spcAft>
              <a:buNone/>
            </a:pPr>
            <a:r>
              <a:rPr lang="en-US" sz="1850">
                <a:solidFill>
                  <a:srgbClr val="231F20"/>
                </a:solidFill>
                <a:latin typeface="Trebuchet MS"/>
                <a:ea typeface="Trebuchet MS"/>
                <a:cs typeface="Trebuchet MS"/>
                <a:sym typeface="Trebuchet MS"/>
              </a:rPr>
              <a:t>access and navigation.</a:t>
            </a:r>
            <a:endParaRPr sz="1850">
              <a:latin typeface="Trebuchet MS"/>
              <a:ea typeface="Trebuchet MS"/>
              <a:cs typeface="Trebuchet MS"/>
              <a:sym typeface="Trebuchet MS"/>
            </a:endParaRPr>
          </a:p>
        </p:txBody>
      </p:sp>
      <p:sp>
        <p:nvSpPr>
          <p:cNvPr id="92" name="Google Shape;92;p9"/>
          <p:cNvSpPr txBox="1"/>
          <p:nvPr/>
        </p:nvSpPr>
        <p:spPr>
          <a:xfrm>
            <a:off x="9353364" y="5901740"/>
            <a:ext cx="3048000" cy="2267585"/>
          </a:xfrm>
          <a:prstGeom prst="rect">
            <a:avLst/>
          </a:prstGeom>
          <a:noFill/>
          <a:ln>
            <a:noFill/>
          </a:ln>
        </p:spPr>
        <p:txBody>
          <a:bodyPr spcFirstLastPara="1" wrap="square" lIns="0" tIns="56500" rIns="0" bIns="0" anchor="t" anchorCtr="0">
            <a:spAutoFit/>
          </a:bodyPr>
          <a:lstStyle/>
          <a:p>
            <a:pPr marL="0" marR="276225" lvl="0" indent="0" algn="ctr" rtl="0">
              <a:lnSpc>
                <a:spcPct val="100000"/>
              </a:lnSpc>
              <a:spcBef>
                <a:spcPts val="0"/>
              </a:spcBef>
              <a:spcAft>
                <a:spcPts val="0"/>
              </a:spcAft>
              <a:buNone/>
            </a:pPr>
            <a:r>
              <a:rPr lang="en-US" sz="2150" b="1">
                <a:solidFill>
                  <a:srgbClr val="231F20"/>
                </a:solidFill>
                <a:latin typeface="Arial"/>
                <a:ea typeface="Arial"/>
                <a:cs typeface="Arial"/>
                <a:sym typeface="Arial"/>
              </a:rPr>
              <a:t>REAL-TIME</a:t>
            </a:r>
            <a:endParaRPr sz="2150">
              <a:latin typeface="Arial"/>
              <a:ea typeface="Arial"/>
              <a:cs typeface="Arial"/>
              <a:sym typeface="Arial"/>
            </a:endParaRPr>
          </a:p>
          <a:p>
            <a:pPr marL="0" marR="276225" lvl="0" indent="0" algn="ctr" rtl="0">
              <a:lnSpc>
                <a:spcPct val="100000"/>
              </a:lnSpc>
              <a:spcBef>
                <a:spcPts val="345"/>
              </a:spcBef>
              <a:spcAft>
                <a:spcPts val="0"/>
              </a:spcAft>
              <a:buNone/>
            </a:pPr>
            <a:r>
              <a:rPr lang="en-US" sz="2150" b="1">
                <a:solidFill>
                  <a:srgbClr val="231F20"/>
                </a:solidFill>
                <a:latin typeface="Arial"/>
                <a:ea typeface="Arial"/>
                <a:cs typeface="Arial"/>
                <a:sym typeface="Arial"/>
              </a:rPr>
              <a:t>COLLABORATION</a:t>
            </a:r>
            <a:endParaRPr sz="2150">
              <a:latin typeface="Arial"/>
              <a:ea typeface="Arial"/>
              <a:cs typeface="Arial"/>
              <a:sym typeface="Arial"/>
            </a:endParaRPr>
          </a:p>
          <a:p>
            <a:pPr marL="401955" marR="394335" lvl="0" indent="0" algn="ctr" rtl="0">
              <a:lnSpc>
                <a:spcPct val="113199"/>
              </a:lnSpc>
              <a:spcBef>
                <a:spcPts val="1745"/>
              </a:spcBef>
              <a:spcAft>
                <a:spcPts val="0"/>
              </a:spcAft>
              <a:buNone/>
            </a:pPr>
            <a:r>
              <a:rPr lang="en-US" sz="1850">
                <a:solidFill>
                  <a:srgbClr val="231F20"/>
                </a:solidFill>
                <a:latin typeface="Trebuchet MS"/>
                <a:ea typeface="Trebuchet MS"/>
                <a:cs typeface="Trebuchet MS"/>
                <a:sym typeface="Trebuchet MS"/>
              </a:rPr>
              <a:t>Work together on  documents</a:t>
            </a:r>
            <a:endParaRPr sz="1850">
              <a:latin typeface="Trebuchet MS"/>
              <a:ea typeface="Trebuchet MS"/>
              <a:cs typeface="Trebuchet MS"/>
              <a:sym typeface="Trebuchet MS"/>
            </a:endParaRPr>
          </a:p>
          <a:p>
            <a:pPr marL="12700" marR="5080" lvl="0" indent="0" algn="ctr" rtl="0">
              <a:lnSpc>
                <a:spcPct val="113199"/>
              </a:lnSpc>
              <a:spcBef>
                <a:spcPts val="0"/>
              </a:spcBef>
              <a:spcAft>
                <a:spcPts val="0"/>
              </a:spcAft>
              <a:buNone/>
            </a:pPr>
            <a:r>
              <a:rPr lang="en-US" sz="1850">
                <a:solidFill>
                  <a:srgbClr val="231F20"/>
                </a:solidFill>
                <a:latin typeface="Trebuchet MS"/>
                <a:ea typeface="Trebuchet MS"/>
                <a:cs typeface="Trebuchet MS"/>
                <a:sym typeface="Trebuchet MS"/>
              </a:rPr>
              <a:t>simultaneously and see  edits as they happen.</a:t>
            </a:r>
            <a:endParaRPr sz="1850">
              <a:latin typeface="Trebuchet MS"/>
              <a:ea typeface="Trebuchet MS"/>
              <a:cs typeface="Trebuchet MS"/>
              <a:sym typeface="Trebuchet MS"/>
            </a:endParaRPr>
          </a:p>
        </p:txBody>
      </p:sp>
      <p:sp>
        <p:nvSpPr>
          <p:cNvPr id="93" name="Google Shape;93;p9"/>
          <p:cNvSpPr txBox="1"/>
          <p:nvPr/>
        </p:nvSpPr>
        <p:spPr>
          <a:xfrm>
            <a:off x="12956588" y="5889704"/>
            <a:ext cx="3031490" cy="2598420"/>
          </a:xfrm>
          <a:prstGeom prst="rect">
            <a:avLst/>
          </a:prstGeom>
          <a:noFill/>
          <a:ln>
            <a:noFill/>
          </a:ln>
        </p:spPr>
        <p:txBody>
          <a:bodyPr spcFirstLastPara="1" wrap="square" lIns="0" tIns="12700" rIns="0" bIns="0" anchor="t" anchorCtr="0">
            <a:spAutoFit/>
          </a:bodyPr>
          <a:lstStyle/>
          <a:p>
            <a:pPr marL="363855" marR="742315" lvl="0" indent="-107313" algn="l" rtl="0">
              <a:lnSpc>
                <a:spcPct val="112700"/>
              </a:lnSpc>
              <a:spcBef>
                <a:spcPts val="0"/>
              </a:spcBef>
              <a:spcAft>
                <a:spcPts val="0"/>
              </a:spcAft>
              <a:buNone/>
            </a:pPr>
            <a:r>
              <a:rPr lang="en-US" sz="2550" b="1">
                <a:solidFill>
                  <a:srgbClr val="231F20"/>
                </a:solidFill>
                <a:latin typeface="Arial"/>
                <a:ea typeface="Arial"/>
                <a:cs typeface="Arial"/>
                <a:sym typeface="Arial"/>
              </a:rPr>
              <a:t>ADVANCED  FEATURES</a:t>
            </a:r>
            <a:endParaRPr sz="2550">
              <a:latin typeface="Arial"/>
              <a:ea typeface="Arial"/>
              <a:cs typeface="Arial"/>
              <a:sym typeface="Arial"/>
            </a:endParaRPr>
          </a:p>
          <a:p>
            <a:pPr marL="212090" marR="204470" lvl="0" indent="-635" algn="ctr" rtl="0">
              <a:lnSpc>
                <a:spcPct val="113199"/>
              </a:lnSpc>
              <a:spcBef>
                <a:spcPts val="795"/>
              </a:spcBef>
              <a:spcAft>
                <a:spcPts val="0"/>
              </a:spcAft>
              <a:buNone/>
            </a:pPr>
            <a:r>
              <a:rPr lang="en-US" sz="1850">
                <a:solidFill>
                  <a:srgbClr val="231F20"/>
                </a:solidFill>
                <a:latin typeface="Trebuchet MS"/>
                <a:ea typeface="Trebuchet MS"/>
                <a:cs typeface="Trebuchet MS"/>
                <a:sym typeface="Trebuchet MS"/>
              </a:rPr>
              <a:t>Integrate calendars,  automate tasks, and</a:t>
            </a:r>
            <a:endParaRPr sz="1850">
              <a:latin typeface="Trebuchet MS"/>
              <a:ea typeface="Trebuchet MS"/>
              <a:cs typeface="Trebuchet MS"/>
              <a:sym typeface="Trebuchet MS"/>
            </a:endParaRPr>
          </a:p>
          <a:p>
            <a:pPr marL="12700" marR="5080" lvl="0" indent="0" algn="ctr" rtl="0">
              <a:lnSpc>
                <a:spcPct val="113199"/>
              </a:lnSpc>
              <a:spcBef>
                <a:spcPts val="0"/>
              </a:spcBef>
              <a:spcAft>
                <a:spcPts val="0"/>
              </a:spcAft>
              <a:buNone/>
            </a:pPr>
            <a:r>
              <a:rPr lang="en-US" sz="1850">
                <a:solidFill>
                  <a:srgbClr val="231F20"/>
                </a:solidFill>
                <a:latin typeface="Trebuchet MS"/>
                <a:ea typeface="Trebuchet MS"/>
                <a:cs typeface="Trebuchet MS"/>
                <a:sym typeface="Trebuchet MS"/>
              </a:rPr>
              <a:t>leverage powerful add-  ons for even greater</a:t>
            </a:r>
            <a:endParaRPr sz="1850">
              <a:latin typeface="Trebuchet MS"/>
              <a:ea typeface="Trebuchet MS"/>
              <a:cs typeface="Trebuchet MS"/>
              <a:sym typeface="Trebuchet MS"/>
            </a:endParaRPr>
          </a:p>
          <a:p>
            <a:pPr marL="0" marR="0" lvl="0" indent="0" algn="ctr" rtl="0">
              <a:lnSpc>
                <a:spcPct val="100000"/>
              </a:lnSpc>
              <a:spcBef>
                <a:spcPts val="290"/>
              </a:spcBef>
              <a:spcAft>
                <a:spcPts val="0"/>
              </a:spcAft>
              <a:buNone/>
            </a:pPr>
            <a:r>
              <a:rPr lang="en-US" sz="1850">
                <a:solidFill>
                  <a:srgbClr val="231F20"/>
                </a:solidFill>
                <a:latin typeface="Trebuchet MS"/>
                <a:ea typeface="Trebuchet MS"/>
                <a:cs typeface="Trebuchet MS"/>
                <a:sym typeface="Trebuchet MS"/>
              </a:rPr>
              <a:t>functionality.</a:t>
            </a:r>
            <a:endParaRPr sz="1850">
              <a:latin typeface="Trebuchet MS"/>
              <a:ea typeface="Trebuchet MS"/>
              <a:cs typeface="Trebuchet MS"/>
              <a:sym typeface="Trebuchet MS"/>
            </a:endParaRPr>
          </a:p>
        </p:txBody>
      </p:sp>
      <p:pic>
        <p:nvPicPr>
          <p:cNvPr id="94" name="Google Shape;94;p9"/>
          <p:cNvPicPr preferRelativeResize="0"/>
          <p:nvPr/>
        </p:nvPicPr>
        <p:blipFill rotWithShape="1">
          <a:blip r:embed="rId4">
            <a:alphaModFix/>
          </a:blip>
          <a:srcRect/>
          <a:stretch/>
        </p:blipFill>
        <p:spPr>
          <a:xfrm>
            <a:off x="0" y="6522"/>
            <a:ext cx="4200426" cy="3492500"/>
          </a:xfrm>
          <a:prstGeom prst="rect">
            <a:avLst/>
          </a:prstGeom>
          <a:noFill/>
          <a:ln>
            <a:noFill/>
          </a:ln>
        </p:spPr>
      </p:pic>
      <p:sp>
        <p:nvSpPr>
          <p:cNvPr id="95" name="Google Shape;95;p9"/>
          <p:cNvSpPr txBox="1">
            <a:spLocks noGrp="1"/>
          </p:cNvSpPr>
          <p:nvPr>
            <p:ph type="title"/>
          </p:nvPr>
        </p:nvSpPr>
        <p:spPr>
          <a:xfrm>
            <a:off x="4072945" y="619093"/>
            <a:ext cx="13899515" cy="6508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100">
                <a:solidFill>
                  <a:srgbClr val="000000"/>
                </a:solidFill>
                <a:latin typeface="Tahoma"/>
                <a:ea typeface="Tahoma"/>
                <a:cs typeface="Tahoma"/>
                <a:sym typeface="Tahoma"/>
              </a:rPr>
              <a:t>Confluence: Boost Teamwork and Knowledge Sharing</a:t>
            </a:r>
            <a:endParaRPr sz="4100">
              <a:latin typeface="Tahoma"/>
              <a:ea typeface="Tahoma"/>
              <a:cs typeface="Tahoma"/>
              <a:sym typeface="Tahoma"/>
            </a:endParaRPr>
          </a:p>
        </p:txBody>
      </p:sp>
      <p:sp>
        <p:nvSpPr>
          <p:cNvPr id="96" name="Google Shape;96;p9"/>
          <p:cNvSpPr txBox="1"/>
          <p:nvPr/>
        </p:nvSpPr>
        <p:spPr>
          <a:xfrm>
            <a:off x="180032" y="9217025"/>
            <a:ext cx="14704060" cy="4826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3000">
                <a:latin typeface="Lucida Sans"/>
                <a:ea typeface="Lucida Sans"/>
                <a:cs typeface="Lucida Sans"/>
                <a:sym typeface="Lucida Sans"/>
              </a:rPr>
              <a:t>Confluence keeps your team on the same page and your information organized.</a:t>
            </a:r>
            <a:endParaRPr sz="3000">
              <a:latin typeface="Lucida Sans"/>
              <a:ea typeface="Lucida Sans"/>
              <a:cs typeface="Lucida Sans"/>
              <a:sym typeface="Lucid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p10"/>
          <p:cNvPicPr preferRelativeResize="0"/>
          <p:nvPr/>
        </p:nvPicPr>
        <p:blipFill rotWithShape="1">
          <a:blip r:embed="rId3">
            <a:alphaModFix/>
          </a:blip>
          <a:srcRect/>
          <a:stretch/>
        </p:blipFill>
        <p:spPr>
          <a:xfrm>
            <a:off x="4510098" y="5501098"/>
            <a:ext cx="9267660" cy="4785900"/>
          </a:xfrm>
          <a:prstGeom prst="rect">
            <a:avLst/>
          </a:prstGeom>
          <a:noFill/>
          <a:ln>
            <a:noFill/>
          </a:ln>
        </p:spPr>
      </p:pic>
      <p:sp>
        <p:nvSpPr>
          <p:cNvPr id="102" name="Google Shape;102;p10"/>
          <p:cNvSpPr txBox="1">
            <a:spLocks noGrp="1"/>
          </p:cNvSpPr>
          <p:nvPr>
            <p:ph type="title"/>
          </p:nvPr>
        </p:nvSpPr>
        <p:spPr>
          <a:xfrm>
            <a:off x="3405082" y="1386930"/>
            <a:ext cx="11477835" cy="901700"/>
          </a:xfrm>
          <a:prstGeom prst="rect">
            <a:avLst/>
          </a:prstGeom>
          <a:noFill/>
          <a:ln>
            <a:noFill/>
          </a:ln>
        </p:spPr>
        <p:txBody>
          <a:bodyPr spcFirstLastPara="1" wrap="square" lIns="0" tIns="12050" rIns="0" bIns="0" anchor="t" anchorCtr="0">
            <a:spAutoFit/>
          </a:bodyPr>
          <a:lstStyle/>
          <a:p>
            <a:pPr marL="213995" lvl="0" indent="0" algn="l" rtl="0">
              <a:lnSpc>
                <a:spcPct val="100000"/>
              </a:lnSpc>
              <a:spcBef>
                <a:spcPts val="0"/>
              </a:spcBef>
              <a:spcAft>
                <a:spcPts val="0"/>
              </a:spcAft>
              <a:buNone/>
            </a:pPr>
            <a:r>
              <a:rPr lang="en-US"/>
              <a:t>YOUR DYNAMIC TEAM WORKSPACE</a:t>
            </a:r>
            <a:endParaRPr/>
          </a:p>
        </p:txBody>
      </p:sp>
      <p:sp>
        <p:nvSpPr>
          <p:cNvPr id="103" name="Google Shape;103;p10"/>
          <p:cNvSpPr txBox="1"/>
          <p:nvPr/>
        </p:nvSpPr>
        <p:spPr>
          <a:xfrm>
            <a:off x="1863974" y="4003465"/>
            <a:ext cx="3295015" cy="1397000"/>
          </a:xfrm>
          <a:prstGeom prst="rect">
            <a:avLst/>
          </a:prstGeom>
          <a:noFill/>
          <a:ln>
            <a:noFill/>
          </a:ln>
        </p:spPr>
        <p:txBody>
          <a:bodyPr spcFirstLastPara="1" wrap="square" lIns="0" tIns="12050" rIns="0" bIns="0" anchor="t" anchorCtr="0">
            <a:spAutoFit/>
          </a:bodyPr>
          <a:lstStyle/>
          <a:p>
            <a:pPr marL="602615" marR="594995" lvl="0" indent="0" algn="ctr" rtl="0">
              <a:lnSpc>
                <a:spcPct val="112500"/>
              </a:lnSpc>
              <a:spcBef>
                <a:spcPts val="0"/>
              </a:spcBef>
              <a:spcAft>
                <a:spcPts val="0"/>
              </a:spcAft>
              <a:buNone/>
            </a:pPr>
            <a:r>
              <a:rPr lang="en-US" sz="2000">
                <a:solidFill>
                  <a:srgbClr val="231F20"/>
                </a:solidFill>
                <a:latin typeface="Trebuchet MS"/>
                <a:ea typeface="Trebuchet MS"/>
                <a:cs typeface="Trebuchet MS"/>
                <a:sym typeface="Trebuchet MS"/>
              </a:rPr>
              <a:t>A hub for team  collaboration,</a:t>
            </a:r>
            <a:endParaRPr sz="2000">
              <a:latin typeface="Trebuchet MS"/>
              <a:ea typeface="Trebuchet MS"/>
              <a:cs typeface="Trebuchet MS"/>
              <a:sym typeface="Trebuchet MS"/>
            </a:endParaRPr>
          </a:p>
          <a:p>
            <a:pPr marL="12065" marR="5080" lvl="0" indent="0" algn="ctr" rtl="0">
              <a:lnSpc>
                <a:spcPct val="112500"/>
              </a:lnSpc>
              <a:spcBef>
                <a:spcPts val="0"/>
              </a:spcBef>
              <a:spcAft>
                <a:spcPts val="0"/>
              </a:spcAft>
              <a:buNone/>
            </a:pPr>
            <a:r>
              <a:rPr lang="en-US" sz="2000">
                <a:solidFill>
                  <a:srgbClr val="231F20"/>
                </a:solidFill>
                <a:latin typeface="Trebuchet MS"/>
                <a:ea typeface="Trebuchet MS"/>
                <a:cs typeface="Trebuchet MS"/>
                <a:sym typeface="Trebuchet MS"/>
              </a:rPr>
              <a:t>knowledge sharing, and  project management</a:t>
            </a:r>
            <a:endParaRPr sz="2000">
              <a:latin typeface="Trebuchet MS"/>
              <a:ea typeface="Trebuchet MS"/>
              <a:cs typeface="Trebuchet MS"/>
              <a:sym typeface="Trebuchet MS"/>
            </a:endParaRPr>
          </a:p>
        </p:txBody>
      </p:sp>
      <p:sp>
        <p:nvSpPr>
          <p:cNvPr id="104" name="Google Shape;104;p10"/>
          <p:cNvSpPr txBox="1"/>
          <p:nvPr/>
        </p:nvSpPr>
        <p:spPr>
          <a:xfrm>
            <a:off x="6313112" y="4000760"/>
            <a:ext cx="5906770" cy="1054100"/>
          </a:xfrm>
          <a:prstGeom prst="rect">
            <a:avLst/>
          </a:prstGeom>
          <a:noFill/>
          <a:ln>
            <a:noFill/>
          </a:ln>
        </p:spPr>
        <p:txBody>
          <a:bodyPr spcFirstLastPara="1" wrap="square" lIns="0" tIns="12050" rIns="0" bIns="0" anchor="t" anchorCtr="0">
            <a:spAutoFit/>
          </a:bodyPr>
          <a:lstStyle/>
          <a:p>
            <a:pPr marL="12700" marR="5080" lvl="0" indent="182880" algn="l" rtl="0">
              <a:lnSpc>
                <a:spcPct val="112500"/>
              </a:lnSpc>
              <a:spcBef>
                <a:spcPts val="0"/>
              </a:spcBef>
              <a:spcAft>
                <a:spcPts val="0"/>
              </a:spcAft>
              <a:buNone/>
            </a:pPr>
            <a:r>
              <a:rPr lang="en-US" sz="2000">
                <a:solidFill>
                  <a:srgbClr val="231F20"/>
                </a:solidFill>
                <a:latin typeface="Trebuchet MS"/>
                <a:ea typeface="Trebuchet MS"/>
                <a:cs typeface="Trebuchet MS"/>
                <a:sym typeface="Trebuchet MS"/>
              </a:rPr>
              <a:t>Dynamic pages allow for easy creation,  capture, and collaboration on any project</a:t>
            </a:r>
            <a:endParaRPr sz="2000">
              <a:latin typeface="Trebuchet MS"/>
              <a:ea typeface="Trebuchet MS"/>
              <a:cs typeface="Trebuchet MS"/>
              <a:sym typeface="Trebuchet MS"/>
            </a:endParaRPr>
          </a:p>
          <a:p>
            <a:pPr marL="2469515" marR="0" lvl="0" indent="0" algn="l" rtl="0">
              <a:lnSpc>
                <a:spcPct val="100000"/>
              </a:lnSpc>
              <a:spcBef>
                <a:spcPts val="300"/>
              </a:spcBef>
              <a:spcAft>
                <a:spcPts val="0"/>
              </a:spcAft>
              <a:buNone/>
            </a:pPr>
            <a:r>
              <a:rPr lang="en-US" sz="2000">
                <a:solidFill>
                  <a:srgbClr val="231F20"/>
                </a:solidFill>
                <a:latin typeface="Trebuchet MS"/>
                <a:ea typeface="Trebuchet MS"/>
                <a:cs typeface="Trebuchet MS"/>
                <a:sym typeface="Trebuchet MS"/>
              </a:rPr>
              <a:t>or idea</a:t>
            </a:r>
            <a:endParaRPr sz="2000">
              <a:latin typeface="Trebuchet MS"/>
              <a:ea typeface="Trebuchet MS"/>
              <a:cs typeface="Trebuchet MS"/>
              <a:sym typeface="Trebuchet MS"/>
            </a:endParaRPr>
          </a:p>
        </p:txBody>
      </p:sp>
      <p:sp>
        <p:nvSpPr>
          <p:cNvPr id="105" name="Google Shape;105;p10"/>
          <p:cNvSpPr txBox="1"/>
          <p:nvPr/>
        </p:nvSpPr>
        <p:spPr>
          <a:xfrm>
            <a:off x="13511869" y="4003465"/>
            <a:ext cx="3018790" cy="1397000"/>
          </a:xfrm>
          <a:prstGeom prst="rect">
            <a:avLst/>
          </a:prstGeom>
          <a:noFill/>
          <a:ln>
            <a:noFill/>
          </a:ln>
        </p:spPr>
        <p:txBody>
          <a:bodyPr spcFirstLastPara="1" wrap="square" lIns="0" tIns="12050" rIns="0" bIns="0" anchor="t" anchorCtr="0">
            <a:spAutoFit/>
          </a:bodyPr>
          <a:lstStyle/>
          <a:p>
            <a:pPr marL="374015" marR="208279" lvl="0" indent="-158115" algn="l" rtl="0">
              <a:lnSpc>
                <a:spcPct val="112500"/>
              </a:lnSpc>
              <a:spcBef>
                <a:spcPts val="0"/>
              </a:spcBef>
              <a:spcAft>
                <a:spcPts val="0"/>
              </a:spcAft>
              <a:buNone/>
            </a:pPr>
            <a:r>
              <a:rPr lang="en-US" sz="2000">
                <a:solidFill>
                  <a:srgbClr val="231F20"/>
                </a:solidFill>
                <a:latin typeface="Trebuchet MS"/>
                <a:ea typeface="Trebuchet MS"/>
                <a:cs typeface="Trebuchet MS"/>
                <a:sym typeface="Trebuchet MS"/>
              </a:rPr>
              <a:t>Structured spaces  organize related</a:t>
            </a:r>
            <a:endParaRPr sz="2000">
              <a:latin typeface="Trebuchet MS"/>
              <a:ea typeface="Trebuchet MS"/>
              <a:cs typeface="Trebuchet MS"/>
              <a:sym typeface="Trebuchet MS"/>
            </a:endParaRPr>
          </a:p>
          <a:p>
            <a:pPr marL="12700" marR="5080" lvl="0" indent="143510" algn="l" rtl="0">
              <a:lnSpc>
                <a:spcPct val="112500"/>
              </a:lnSpc>
              <a:spcBef>
                <a:spcPts val="0"/>
              </a:spcBef>
              <a:spcAft>
                <a:spcPts val="0"/>
              </a:spcAft>
              <a:buNone/>
            </a:pPr>
            <a:r>
              <a:rPr lang="en-US" sz="2000">
                <a:solidFill>
                  <a:srgbClr val="231F20"/>
                </a:solidFill>
                <a:latin typeface="Trebuchet MS"/>
                <a:ea typeface="Trebuchet MS"/>
                <a:cs typeface="Trebuchet MS"/>
                <a:sym typeface="Trebuchet MS"/>
              </a:rPr>
              <a:t>content, ensuring a  streamlined workflow</a:t>
            </a:r>
            <a:endParaRPr sz="2000">
              <a:latin typeface="Trebuchet MS"/>
              <a:ea typeface="Trebuchet MS"/>
              <a:cs typeface="Trebuchet MS"/>
              <a:sym typeface="Trebuchet MS"/>
            </a:endParaRPr>
          </a:p>
        </p:txBody>
      </p:sp>
      <p:pic>
        <p:nvPicPr>
          <p:cNvPr id="106" name="Google Shape;106;p10"/>
          <p:cNvPicPr preferRelativeResize="0"/>
          <p:nvPr/>
        </p:nvPicPr>
        <p:blipFill rotWithShape="1">
          <a:blip r:embed="rId4">
            <a:alphaModFix/>
          </a:blip>
          <a:srcRect/>
          <a:stretch/>
        </p:blipFill>
        <p:spPr>
          <a:xfrm>
            <a:off x="14494809" y="0"/>
            <a:ext cx="3793190" cy="2984499"/>
          </a:xfrm>
          <a:prstGeom prst="rect">
            <a:avLst/>
          </a:prstGeom>
          <a:noFill/>
          <a:ln>
            <a:noFill/>
          </a:ln>
        </p:spPr>
      </p:pic>
      <p:pic>
        <p:nvPicPr>
          <p:cNvPr id="107" name="Google Shape;107;p10"/>
          <p:cNvPicPr preferRelativeResize="0"/>
          <p:nvPr/>
        </p:nvPicPr>
        <p:blipFill rotWithShape="1">
          <a:blip r:embed="rId5">
            <a:alphaModFix/>
          </a:blip>
          <a:srcRect/>
          <a:stretch/>
        </p:blipFill>
        <p:spPr>
          <a:xfrm>
            <a:off x="-11628" y="6505251"/>
            <a:ext cx="2471440" cy="37816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grpSp>
        <p:nvGrpSpPr>
          <p:cNvPr id="112" name="Google Shape;112;p11"/>
          <p:cNvGrpSpPr/>
          <p:nvPr/>
        </p:nvGrpSpPr>
        <p:grpSpPr>
          <a:xfrm>
            <a:off x="0" y="0"/>
            <a:ext cx="18288000" cy="6313821"/>
            <a:chOff x="0" y="0"/>
            <a:chExt cx="18288000" cy="6313821"/>
          </a:xfrm>
        </p:grpSpPr>
        <p:sp>
          <p:nvSpPr>
            <p:cNvPr id="113" name="Google Shape;113;p11"/>
            <p:cNvSpPr/>
            <p:nvPr/>
          </p:nvSpPr>
          <p:spPr>
            <a:xfrm>
              <a:off x="0" y="0"/>
              <a:ext cx="18288000" cy="3086100"/>
            </a:xfrm>
            <a:custGeom>
              <a:avLst/>
              <a:gdLst/>
              <a:ahLst/>
              <a:cxnLst/>
              <a:rect l="l" t="t" r="r" b="b"/>
              <a:pathLst>
                <a:path w="18288000" h="3086100" extrusionOk="0">
                  <a:moveTo>
                    <a:pt x="18287552" y="3086099"/>
                  </a:moveTo>
                  <a:lnTo>
                    <a:pt x="0" y="3086099"/>
                  </a:lnTo>
                  <a:lnTo>
                    <a:pt x="0" y="0"/>
                  </a:lnTo>
                  <a:lnTo>
                    <a:pt x="18287552" y="0"/>
                  </a:lnTo>
                  <a:lnTo>
                    <a:pt x="18287552" y="3086099"/>
                  </a:lnTo>
                  <a:close/>
                </a:path>
              </a:pathLst>
            </a:custGeom>
            <a:solidFill>
              <a:srgbClr val="1A1A1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14" name="Google Shape;114;p11"/>
            <p:cNvPicPr preferRelativeResize="0"/>
            <p:nvPr/>
          </p:nvPicPr>
          <p:blipFill rotWithShape="1">
            <a:blip r:embed="rId3">
              <a:alphaModFix/>
            </a:blip>
            <a:srcRect/>
            <a:stretch/>
          </p:blipFill>
          <p:spPr>
            <a:xfrm>
              <a:off x="13466148" y="0"/>
              <a:ext cx="4821850" cy="3073400"/>
            </a:xfrm>
            <a:prstGeom prst="rect">
              <a:avLst/>
            </a:prstGeom>
            <a:noFill/>
            <a:ln>
              <a:noFill/>
            </a:ln>
          </p:spPr>
        </p:pic>
        <p:pic>
          <p:nvPicPr>
            <p:cNvPr id="115" name="Google Shape;115;p11"/>
            <p:cNvPicPr preferRelativeResize="0"/>
            <p:nvPr/>
          </p:nvPicPr>
          <p:blipFill rotWithShape="1">
            <a:blip r:embed="rId4">
              <a:alphaModFix/>
            </a:blip>
            <a:srcRect/>
            <a:stretch/>
          </p:blipFill>
          <p:spPr>
            <a:xfrm>
              <a:off x="0" y="0"/>
              <a:ext cx="3576296" cy="3441700"/>
            </a:xfrm>
            <a:prstGeom prst="rect">
              <a:avLst/>
            </a:prstGeom>
            <a:noFill/>
            <a:ln>
              <a:noFill/>
            </a:ln>
          </p:spPr>
        </p:pic>
        <p:pic>
          <p:nvPicPr>
            <p:cNvPr id="116" name="Google Shape;116;p11"/>
            <p:cNvPicPr preferRelativeResize="0"/>
            <p:nvPr/>
          </p:nvPicPr>
          <p:blipFill rotWithShape="1">
            <a:blip r:embed="rId5">
              <a:alphaModFix/>
            </a:blip>
            <a:srcRect/>
            <a:stretch/>
          </p:blipFill>
          <p:spPr>
            <a:xfrm>
              <a:off x="2162999" y="3875422"/>
              <a:ext cx="4476749" cy="2438399"/>
            </a:xfrm>
            <a:prstGeom prst="rect">
              <a:avLst/>
            </a:prstGeom>
            <a:noFill/>
            <a:ln>
              <a:noFill/>
            </a:ln>
          </p:spPr>
        </p:pic>
      </p:grpSp>
      <p:sp>
        <p:nvSpPr>
          <p:cNvPr id="117" name="Google Shape;117;p11"/>
          <p:cNvSpPr txBox="1"/>
          <p:nvPr/>
        </p:nvSpPr>
        <p:spPr>
          <a:xfrm>
            <a:off x="2162999" y="3442595"/>
            <a:ext cx="4474845" cy="636905"/>
          </a:xfrm>
          <a:prstGeom prst="rect">
            <a:avLst/>
          </a:prstGeom>
          <a:solidFill>
            <a:srgbClr val="1A1A1A"/>
          </a:solidFill>
          <a:ln>
            <a:noFill/>
          </a:ln>
        </p:spPr>
        <p:txBody>
          <a:bodyPr spcFirstLastPara="1" wrap="square" lIns="0" tIns="53975" rIns="0" bIns="0" anchor="t" anchorCtr="0">
            <a:spAutoFit/>
          </a:bodyPr>
          <a:lstStyle/>
          <a:p>
            <a:pPr marL="0" marR="0" lvl="0" indent="0" algn="ctr" rtl="0">
              <a:lnSpc>
                <a:spcPct val="100000"/>
              </a:lnSpc>
              <a:spcBef>
                <a:spcPts val="0"/>
              </a:spcBef>
              <a:spcAft>
                <a:spcPts val="0"/>
              </a:spcAft>
              <a:buNone/>
            </a:pPr>
            <a:r>
              <a:rPr lang="en-US" sz="2950" i="1">
                <a:solidFill>
                  <a:srgbClr val="FFFFFF"/>
                </a:solidFill>
                <a:latin typeface="Arial"/>
                <a:ea typeface="Arial"/>
                <a:cs typeface="Arial"/>
                <a:sym typeface="Arial"/>
              </a:rPr>
              <a:t>problem</a:t>
            </a:r>
            <a:endParaRPr sz="2950">
              <a:latin typeface="Arial"/>
              <a:ea typeface="Arial"/>
              <a:cs typeface="Arial"/>
              <a:sym typeface="Arial"/>
            </a:endParaRPr>
          </a:p>
        </p:txBody>
      </p:sp>
      <p:grpSp>
        <p:nvGrpSpPr>
          <p:cNvPr id="118" name="Google Shape;118;p11"/>
          <p:cNvGrpSpPr/>
          <p:nvPr/>
        </p:nvGrpSpPr>
        <p:grpSpPr>
          <a:xfrm>
            <a:off x="6893475" y="3510402"/>
            <a:ext cx="9029700" cy="5865089"/>
            <a:chOff x="6893475" y="3510402"/>
            <a:chExt cx="9029700" cy="5865089"/>
          </a:xfrm>
        </p:grpSpPr>
        <p:sp>
          <p:nvSpPr>
            <p:cNvPr id="119" name="Google Shape;119;p11"/>
            <p:cNvSpPr/>
            <p:nvPr/>
          </p:nvSpPr>
          <p:spPr>
            <a:xfrm>
              <a:off x="6893475" y="3510402"/>
              <a:ext cx="9029700" cy="2808605"/>
            </a:xfrm>
            <a:custGeom>
              <a:avLst/>
              <a:gdLst/>
              <a:ahLst/>
              <a:cxnLst/>
              <a:rect l="l" t="t" r="r" b="b"/>
              <a:pathLst>
                <a:path w="9029700" h="2808604" extrusionOk="0">
                  <a:moveTo>
                    <a:pt x="9029698" y="2808066"/>
                  </a:moveTo>
                  <a:lnTo>
                    <a:pt x="0" y="2808066"/>
                  </a:lnTo>
                  <a:lnTo>
                    <a:pt x="0" y="0"/>
                  </a:lnTo>
                </a:path>
              </a:pathLst>
            </a:custGeom>
            <a:noFill/>
            <a:ln w="761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20" name="Google Shape;120;p11"/>
            <p:cNvPicPr preferRelativeResize="0"/>
            <p:nvPr/>
          </p:nvPicPr>
          <p:blipFill rotWithShape="1">
            <a:blip r:embed="rId6">
              <a:alphaModFix/>
            </a:blip>
            <a:srcRect/>
            <a:stretch/>
          </p:blipFill>
          <p:spPr>
            <a:xfrm>
              <a:off x="11410691" y="6937092"/>
              <a:ext cx="4476749" cy="2438399"/>
            </a:xfrm>
            <a:prstGeom prst="rect">
              <a:avLst/>
            </a:prstGeom>
            <a:noFill/>
            <a:ln>
              <a:noFill/>
            </a:ln>
          </p:spPr>
        </p:pic>
      </p:grpSp>
      <p:sp>
        <p:nvSpPr>
          <p:cNvPr id="121" name="Google Shape;121;p11"/>
          <p:cNvSpPr txBox="1"/>
          <p:nvPr/>
        </p:nvSpPr>
        <p:spPr>
          <a:xfrm>
            <a:off x="11410690" y="6504265"/>
            <a:ext cx="4474845" cy="636905"/>
          </a:xfrm>
          <a:prstGeom prst="rect">
            <a:avLst/>
          </a:prstGeom>
          <a:solidFill>
            <a:srgbClr val="1A1A1A"/>
          </a:solidFill>
          <a:ln>
            <a:noFill/>
          </a:ln>
        </p:spPr>
        <p:txBody>
          <a:bodyPr spcFirstLastPara="1" wrap="square" lIns="0" tIns="53975" rIns="0" bIns="0" anchor="t" anchorCtr="0">
            <a:spAutoFit/>
          </a:bodyPr>
          <a:lstStyle/>
          <a:p>
            <a:pPr marL="0" marR="0" lvl="0" indent="0" algn="ctr" rtl="0">
              <a:lnSpc>
                <a:spcPct val="100000"/>
              </a:lnSpc>
              <a:spcBef>
                <a:spcPts val="0"/>
              </a:spcBef>
              <a:spcAft>
                <a:spcPts val="0"/>
              </a:spcAft>
              <a:buNone/>
            </a:pPr>
            <a:r>
              <a:rPr lang="en-US" sz="2950" i="1">
                <a:solidFill>
                  <a:srgbClr val="FFFFFF"/>
                </a:solidFill>
                <a:latin typeface="Arial"/>
                <a:ea typeface="Arial"/>
                <a:cs typeface="Arial"/>
                <a:sym typeface="Arial"/>
              </a:rPr>
              <a:t>solution</a:t>
            </a:r>
            <a:endParaRPr sz="2950">
              <a:latin typeface="Arial"/>
              <a:ea typeface="Arial"/>
              <a:cs typeface="Arial"/>
              <a:sym typeface="Arial"/>
            </a:endParaRPr>
          </a:p>
        </p:txBody>
      </p:sp>
      <p:sp>
        <p:nvSpPr>
          <p:cNvPr id="122" name="Google Shape;122;p11"/>
          <p:cNvSpPr txBox="1">
            <a:spLocks noGrp="1"/>
          </p:cNvSpPr>
          <p:nvPr>
            <p:ph type="title"/>
          </p:nvPr>
        </p:nvSpPr>
        <p:spPr>
          <a:xfrm>
            <a:off x="5191625" y="1700942"/>
            <a:ext cx="7029450" cy="647603"/>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4100" dirty="0" smtClean="0">
                <a:solidFill>
                  <a:srgbClr val="FFFFFF"/>
                </a:solidFill>
              </a:rPr>
              <a:t>WHY CHOOSE</a:t>
            </a:r>
            <a:r>
              <a:rPr lang="en-US" sz="4100" dirty="0">
                <a:solidFill>
                  <a:srgbClr val="FFFFFF"/>
                </a:solidFill>
              </a:rPr>
              <a:t> </a:t>
            </a:r>
            <a:r>
              <a:rPr lang="en-US" sz="4100" dirty="0" smtClean="0">
                <a:solidFill>
                  <a:srgbClr val="FFFFFF"/>
                </a:solidFill>
              </a:rPr>
              <a:t>CONFLUENCE</a:t>
            </a:r>
            <a:r>
              <a:rPr lang="en-US" sz="4100" dirty="0">
                <a:solidFill>
                  <a:srgbClr val="FFFFFF"/>
                </a:solidFill>
              </a:rPr>
              <a:t>?</a:t>
            </a:r>
            <a:endParaRPr sz="4100" dirty="0"/>
          </a:p>
        </p:txBody>
      </p:sp>
      <p:grpSp>
        <p:nvGrpSpPr>
          <p:cNvPr id="123" name="Google Shape;123;p11"/>
          <p:cNvGrpSpPr/>
          <p:nvPr/>
        </p:nvGrpSpPr>
        <p:grpSpPr>
          <a:xfrm>
            <a:off x="2690030" y="3910829"/>
            <a:ext cx="4910439" cy="4483815"/>
            <a:chOff x="2723802" y="3940112"/>
            <a:chExt cx="4910439" cy="4483815"/>
          </a:xfrm>
        </p:grpSpPr>
        <p:pic>
          <p:nvPicPr>
            <p:cNvPr id="124" name="Google Shape;124;p11"/>
            <p:cNvPicPr preferRelativeResize="0"/>
            <p:nvPr/>
          </p:nvPicPr>
          <p:blipFill rotWithShape="1">
            <a:blip r:embed="rId7">
              <a:alphaModFix/>
            </a:blip>
            <a:srcRect/>
            <a:stretch/>
          </p:blipFill>
          <p:spPr>
            <a:xfrm>
              <a:off x="7481841" y="3940112"/>
              <a:ext cx="95250" cy="95249"/>
            </a:xfrm>
            <a:prstGeom prst="rect">
              <a:avLst/>
            </a:prstGeom>
            <a:noFill/>
            <a:ln>
              <a:noFill/>
            </a:ln>
          </p:spPr>
        </p:pic>
        <p:pic>
          <p:nvPicPr>
            <p:cNvPr id="125" name="Google Shape;125;p11"/>
            <p:cNvPicPr preferRelativeResize="0"/>
            <p:nvPr/>
          </p:nvPicPr>
          <p:blipFill rotWithShape="1">
            <a:blip r:embed="rId7">
              <a:alphaModFix/>
            </a:blip>
            <a:srcRect/>
            <a:stretch/>
          </p:blipFill>
          <p:spPr>
            <a:xfrm>
              <a:off x="7481841" y="4349687"/>
              <a:ext cx="95250" cy="95249"/>
            </a:xfrm>
            <a:prstGeom prst="rect">
              <a:avLst/>
            </a:prstGeom>
            <a:noFill/>
            <a:ln>
              <a:noFill/>
            </a:ln>
          </p:spPr>
        </p:pic>
        <p:pic>
          <p:nvPicPr>
            <p:cNvPr id="126" name="Google Shape;126;p11"/>
            <p:cNvPicPr preferRelativeResize="0"/>
            <p:nvPr/>
          </p:nvPicPr>
          <p:blipFill rotWithShape="1">
            <a:blip r:embed="rId7">
              <a:alphaModFix/>
            </a:blip>
            <a:srcRect/>
            <a:stretch/>
          </p:blipFill>
          <p:spPr>
            <a:xfrm>
              <a:off x="7481841" y="5168837"/>
              <a:ext cx="95250" cy="95249"/>
            </a:xfrm>
            <a:prstGeom prst="rect">
              <a:avLst/>
            </a:prstGeom>
            <a:noFill/>
            <a:ln>
              <a:noFill/>
            </a:ln>
          </p:spPr>
        </p:pic>
        <p:pic>
          <p:nvPicPr>
            <p:cNvPr id="127" name="Google Shape;127;p11"/>
            <p:cNvPicPr preferRelativeResize="0"/>
            <p:nvPr/>
          </p:nvPicPr>
          <p:blipFill rotWithShape="1">
            <a:blip r:embed="rId8">
              <a:alphaModFix/>
            </a:blip>
            <a:srcRect/>
            <a:stretch/>
          </p:blipFill>
          <p:spPr>
            <a:xfrm>
              <a:off x="7529466" y="6007037"/>
              <a:ext cx="104775" cy="104774"/>
            </a:xfrm>
            <a:prstGeom prst="rect">
              <a:avLst/>
            </a:prstGeom>
            <a:noFill/>
            <a:ln>
              <a:noFill/>
            </a:ln>
          </p:spPr>
        </p:pic>
        <p:pic>
          <p:nvPicPr>
            <p:cNvPr id="128" name="Google Shape;128;p11"/>
            <p:cNvPicPr preferRelativeResize="0"/>
            <p:nvPr/>
          </p:nvPicPr>
          <p:blipFill rotWithShape="1">
            <a:blip r:embed="rId9">
              <a:alphaModFix/>
            </a:blip>
            <a:srcRect/>
            <a:stretch/>
          </p:blipFill>
          <p:spPr>
            <a:xfrm>
              <a:off x="2723802" y="6981035"/>
              <a:ext cx="76840" cy="76840"/>
            </a:xfrm>
            <a:prstGeom prst="rect">
              <a:avLst/>
            </a:prstGeom>
            <a:noFill/>
            <a:ln>
              <a:noFill/>
            </a:ln>
          </p:spPr>
        </p:pic>
        <p:pic>
          <p:nvPicPr>
            <p:cNvPr id="129" name="Google Shape;129;p11"/>
            <p:cNvPicPr preferRelativeResize="0"/>
            <p:nvPr/>
          </p:nvPicPr>
          <p:blipFill rotWithShape="1">
            <a:blip r:embed="rId9">
              <a:alphaModFix/>
            </a:blip>
            <a:srcRect/>
            <a:stretch/>
          </p:blipFill>
          <p:spPr>
            <a:xfrm>
              <a:off x="2723802" y="7664061"/>
              <a:ext cx="76840" cy="76840"/>
            </a:xfrm>
            <a:prstGeom prst="rect">
              <a:avLst/>
            </a:prstGeom>
            <a:noFill/>
            <a:ln>
              <a:noFill/>
            </a:ln>
          </p:spPr>
        </p:pic>
        <p:pic>
          <p:nvPicPr>
            <p:cNvPr id="130" name="Google Shape;130;p11"/>
            <p:cNvPicPr preferRelativeResize="0"/>
            <p:nvPr/>
          </p:nvPicPr>
          <p:blipFill rotWithShape="1">
            <a:blip r:embed="rId9">
              <a:alphaModFix/>
            </a:blip>
            <a:srcRect/>
            <a:stretch/>
          </p:blipFill>
          <p:spPr>
            <a:xfrm>
              <a:off x="2723802" y="8347087"/>
              <a:ext cx="76840" cy="76840"/>
            </a:xfrm>
            <a:prstGeom prst="rect">
              <a:avLst/>
            </a:prstGeom>
            <a:noFill/>
            <a:ln>
              <a:noFill/>
            </a:ln>
          </p:spPr>
        </p:pic>
      </p:grpSp>
      <p:sp>
        <p:nvSpPr>
          <p:cNvPr id="131" name="Google Shape;131;p11"/>
          <p:cNvSpPr txBox="1"/>
          <p:nvPr/>
        </p:nvSpPr>
        <p:spPr>
          <a:xfrm>
            <a:off x="7726018" y="3721196"/>
            <a:ext cx="7359600" cy="1653514"/>
          </a:xfrm>
          <a:prstGeom prst="rect">
            <a:avLst/>
          </a:prstGeom>
          <a:noFill/>
          <a:ln>
            <a:noFill/>
          </a:ln>
        </p:spPr>
        <p:txBody>
          <a:bodyPr spcFirstLastPara="1" wrap="square" lIns="0" tIns="62850" rIns="0" bIns="0" anchor="t" anchorCtr="0">
            <a:spAutoFit/>
          </a:bodyPr>
          <a:lstStyle/>
          <a:p>
            <a:pPr marL="12700" marR="0" lvl="0" indent="0" algn="l" rtl="0">
              <a:lnSpc>
                <a:spcPct val="100000"/>
              </a:lnSpc>
              <a:spcBef>
                <a:spcPts val="0"/>
              </a:spcBef>
              <a:spcAft>
                <a:spcPts val="0"/>
              </a:spcAft>
              <a:buNone/>
            </a:pPr>
            <a:r>
              <a:rPr lang="en-US" sz="1800" dirty="0" smtClean="0">
                <a:solidFill>
                  <a:srgbClr val="231F20"/>
                </a:solidFill>
                <a:latin typeface="Trebuchet MS"/>
                <a:ea typeface="Trebuchet MS"/>
                <a:cs typeface="Trebuchet MS"/>
                <a:sym typeface="Trebuchet MS"/>
              </a:rPr>
              <a:t>Lost</a:t>
            </a:r>
            <a:r>
              <a:rPr lang="en-US" sz="1800" dirty="0">
                <a:solidFill>
                  <a:srgbClr val="231F20"/>
                </a:solidFill>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ideas </a:t>
            </a:r>
            <a:r>
              <a:rPr lang="en-US" sz="1800" dirty="0" err="1" smtClean="0">
                <a:solidFill>
                  <a:srgbClr val="231F20"/>
                </a:solidFill>
                <a:latin typeface="Trebuchet MS"/>
                <a:ea typeface="Trebuchet MS"/>
                <a:cs typeface="Trebuchet MS"/>
                <a:sym typeface="Trebuchet MS"/>
              </a:rPr>
              <a:t>burie</a:t>
            </a:r>
            <a:r>
              <a:rPr lang="en-US" sz="1800" dirty="0" smtClean="0">
                <a:solidFill>
                  <a:srgbClr val="231F20"/>
                </a:solidFill>
                <a:latin typeface="Trebuchet MS"/>
                <a:ea typeface="Trebuchet MS"/>
                <a:cs typeface="Trebuchet MS"/>
                <a:sym typeface="Trebuchet MS"/>
              </a:rPr>
              <a:t> in</a:t>
            </a:r>
            <a:r>
              <a:rPr lang="en-US" sz="1800" dirty="0" smtClean="0">
                <a:solidFill>
                  <a:srgbClr val="231F20"/>
                </a:solidFill>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emails</a:t>
            </a:r>
            <a:r>
              <a:rPr lang="en-US" sz="1800" dirty="0" smtClean="0">
                <a:solidFill>
                  <a:srgbClr val="231F20"/>
                </a:solidFill>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or chat</a:t>
            </a:r>
            <a:endParaRPr sz="1800" dirty="0">
              <a:latin typeface="Trebuchet MS"/>
              <a:ea typeface="Trebuchet MS"/>
              <a:cs typeface="Trebuchet MS"/>
              <a:sym typeface="Trebuchet MS"/>
            </a:endParaRPr>
          </a:p>
          <a:p>
            <a:pPr marL="47625" marR="5080" lvl="0" indent="74295" algn="l" rtl="0">
              <a:lnSpc>
                <a:spcPct val="137404"/>
              </a:lnSpc>
              <a:spcBef>
                <a:spcPts val="175"/>
              </a:spcBef>
              <a:spcAft>
                <a:spcPts val="0"/>
              </a:spcAft>
              <a:buNone/>
            </a:pPr>
            <a:r>
              <a:rPr lang="en-US" sz="1800" dirty="0" smtClean="0">
                <a:solidFill>
                  <a:srgbClr val="231F20"/>
                </a:solidFill>
                <a:latin typeface="Trebuchet MS"/>
                <a:ea typeface="Trebuchet MS"/>
                <a:cs typeface="Trebuchet MS"/>
                <a:sym typeface="Trebuchet MS"/>
              </a:rPr>
              <a:t>Isolated pockets of</a:t>
            </a:r>
            <a:r>
              <a:rPr lang="en-US" sz="1800" dirty="0">
                <a:solidFill>
                  <a:srgbClr val="231F20"/>
                </a:solidFill>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knowledge</a:t>
            </a:r>
            <a:r>
              <a:rPr lang="en-US" sz="1800" dirty="0">
                <a:solidFill>
                  <a:srgbClr val="231F20"/>
                </a:solidFill>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hinder</a:t>
            </a:r>
            <a:r>
              <a:rPr lang="en-US" sz="1800" dirty="0">
                <a:solidFill>
                  <a:srgbClr val="231F20"/>
                </a:solidFill>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team  </a:t>
            </a:r>
            <a:r>
              <a:rPr lang="en-US" sz="1800" dirty="0">
                <a:solidFill>
                  <a:srgbClr val="231F20"/>
                </a:solidFill>
                <a:latin typeface="Trebuchet MS"/>
                <a:ea typeface="Trebuchet MS"/>
                <a:cs typeface="Trebuchet MS"/>
                <a:sym typeface="Trebuchet MS"/>
              </a:rPr>
              <a:t>collaboration</a:t>
            </a:r>
            <a:endParaRPr sz="1800" dirty="0">
              <a:latin typeface="Trebuchet MS"/>
              <a:ea typeface="Trebuchet MS"/>
              <a:cs typeface="Trebuchet MS"/>
              <a:sym typeface="Trebuchet MS"/>
            </a:endParaRPr>
          </a:p>
          <a:p>
            <a:pPr marL="121920" marR="0" lvl="0" indent="0" algn="l" rtl="0">
              <a:lnSpc>
                <a:spcPct val="100000"/>
              </a:lnSpc>
              <a:spcBef>
                <a:spcPts val="220"/>
              </a:spcBef>
              <a:spcAft>
                <a:spcPts val="0"/>
              </a:spcAft>
              <a:buNone/>
            </a:pPr>
            <a:endParaRPr lang="en-US" sz="1800" dirty="0" smtClean="0">
              <a:solidFill>
                <a:srgbClr val="231F20"/>
              </a:solidFill>
              <a:latin typeface="Trebuchet MS"/>
              <a:ea typeface="Trebuchet MS"/>
              <a:cs typeface="Trebuchet MS"/>
              <a:sym typeface="Trebuchet MS"/>
            </a:endParaRPr>
          </a:p>
          <a:p>
            <a:pPr marL="121920" marR="0" lvl="0" indent="0" algn="l" rtl="0">
              <a:lnSpc>
                <a:spcPct val="100000"/>
              </a:lnSpc>
              <a:spcBef>
                <a:spcPts val="220"/>
              </a:spcBef>
              <a:spcAft>
                <a:spcPts val="0"/>
              </a:spcAft>
              <a:buNone/>
            </a:pPr>
            <a:endParaRPr lang="en-US" sz="1800" dirty="0">
              <a:solidFill>
                <a:srgbClr val="231F20"/>
              </a:solidFill>
              <a:latin typeface="Trebuchet MS"/>
              <a:ea typeface="Trebuchet MS"/>
              <a:cs typeface="Trebuchet MS"/>
              <a:sym typeface="Trebuchet MS"/>
            </a:endParaRPr>
          </a:p>
          <a:p>
            <a:pPr marL="121920" marR="0" lvl="0" indent="0" algn="l" rtl="0">
              <a:lnSpc>
                <a:spcPct val="100000"/>
              </a:lnSpc>
              <a:spcBef>
                <a:spcPts val="220"/>
              </a:spcBef>
              <a:spcAft>
                <a:spcPts val="0"/>
              </a:spcAft>
              <a:buNone/>
            </a:pPr>
            <a:r>
              <a:rPr lang="en-US" sz="1800" dirty="0" smtClean="0">
                <a:solidFill>
                  <a:srgbClr val="231F20"/>
                </a:solidFill>
                <a:latin typeface="Trebuchet MS"/>
                <a:ea typeface="Trebuchet MS"/>
                <a:cs typeface="Trebuchet MS"/>
                <a:sym typeface="Trebuchet MS"/>
              </a:rPr>
              <a:t>Lack</a:t>
            </a:r>
            <a:r>
              <a:rPr lang="en-US" sz="1800" dirty="0" smtClean="0">
                <a:solidFill>
                  <a:srgbClr val="231F20"/>
                </a:solidFill>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of a</a:t>
            </a:r>
            <a:r>
              <a:rPr lang="en-US" sz="1800" dirty="0">
                <a:solidFill>
                  <a:srgbClr val="231F20"/>
                </a:solidFill>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single</a:t>
            </a:r>
            <a:r>
              <a:rPr lang="en-US" sz="1800" dirty="0">
                <a:solidFill>
                  <a:srgbClr val="231F20"/>
                </a:solidFill>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source of</a:t>
            </a:r>
            <a:r>
              <a:rPr lang="en-US" sz="1800" dirty="0">
                <a:solidFill>
                  <a:srgbClr val="231F20"/>
                </a:solidFill>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truth</a:t>
            </a:r>
            <a:r>
              <a:rPr lang="en-US" sz="1800" dirty="0">
                <a:solidFill>
                  <a:srgbClr val="231F20"/>
                </a:solidFill>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leads</a:t>
            </a:r>
            <a:r>
              <a:rPr lang="en-US" sz="1800" dirty="0">
                <a:solidFill>
                  <a:srgbClr val="231F20"/>
                </a:solidFill>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to</a:t>
            </a:r>
            <a:r>
              <a:rPr lang="en-US" sz="1800" dirty="0">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Confusion</a:t>
            </a:r>
            <a:r>
              <a:rPr lang="en-US" sz="1800" dirty="0" smtClean="0">
                <a:latin typeface="Trebuchet MS"/>
                <a:ea typeface="Trebuchet MS"/>
                <a:cs typeface="Trebuchet MS"/>
                <a:sym typeface="Trebuchet MS"/>
              </a:rPr>
              <a:t> </a:t>
            </a:r>
            <a:r>
              <a:rPr lang="en-US" sz="1800" dirty="0" smtClean="0">
                <a:solidFill>
                  <a:srgbClr val="231F20"/>
                </a:solidFill>
                <a:latin typeface="Trebuchet MS"/>
                <a:ea typeface="Trebuchet MS"/>
                <a:cs typeface="Trebuchet MS"/>
                <a:sym typeface="Trebuchet MS"/>
              </a:rPr>
              <a:t>And inefficiencies</a:t>
            </a:r>
            <a:endParaRPr sz="1800" dirty="0">
              <a:latin typeface="Trebuchet MS"/>
              <a:ea typeface="Trebuchet MS"/>
              <a:cs typeface="Trebuchet MS"/>
              <a:sym typeface="Trebuchet MS"/>
            </a:endParaRPr>
          </a:p>
        </p:txBody>
      </p:sp>
      <p:sp>
        <p:nvSpPr>
          <p:cNvPr id="132" name="Google Shape;132;p11"/>
          <p:cNvSpPr txBox="1"/>
          <p:nvPr/>
        </p:nvSpPr>
        <p:spPr>
          <a:xfrm>
            <a:off x="2954431" y="6788136"/>
            <a:ext cx="7493634" cy="2416175"/>
          </a:xfrm>
          <a:prstGeom prst="rect">
            <a:avLst/>
          </a:prstGeom>
          <a:noFill/>
          <a:ln>
            <a:noFill/>
          </a:ln>
        </p:spPr>
        <p:txBody>
          <a:bodyPr spcFirstLastPara="1" wrap="square" lIns="0" tIns="12050" rIns="0" bIns="0" anchor="t" anchorCtr="0">
            <a:spAutoFit/>
          </a:bodyPr>
          <a:lstStyle/>
          <a:p>
            <a:pPr marL="103504" marR="1106170" lvl="0" indent="-29208" algn="l" rtl="0">
              <a:lnSpc>
                <a:spcPct val="114900"/>
              </a:lnSpc>
              <a:spcBef>
                <a:spcPts val="0"/>
              </a:spcBef>
              <a:spcAft>
                <a:spcPts val="0"/>
              </a:spcAft>
              <a:buNone/>
            </a:pPr>
            <a:r>
              <a:rPr lang="en-US" sz="1950">
                <a:solidFill>
                  <a:srgbClr val="231F20"/>
                </a:solidFill>
                <a:latin typeface="Trebuchet MS"/>
                <a:ea typeface="Trebuchet MS"/>
                <a:cs typeface="Trebuchet MS"/>
                <a:sym typeface="Trebuchet MS"/>
              </a:rPr>
              <a:t>Confluence captures great ideas within l iving  documents, ensuring nothing gets lost</a:t>
            </a:r>
            <a:endParaRPr sz="1950">
              <a:latin typeface="Trebuchet MS"/>
              <a:ea typeface="Trebuchet MS"/>
              <a:cs typeface="Trebuchet MS"/>
              <a:sym typeface="Trebuchet MS"/>
            </a:endParaRPr>
          </a:p>
          <a:p>
            <a:pPr marL="103504" marR="673735" lvl="0" indent="-29208" algn="l" rtl="0">
              <a:lnSpc>
                <a:spcPct val="114900"/>
              </a:lnSpc>
              <a:spcBef>
                <a:spcPts val="0"/>
              </a:spcBef>
              <a:spcAft>
                <a:spcPts val="0"/>
              </a:spcAft>
              <a:buNone/>
            </a:pPr>
            <a:r>
              <a:rPr lang="en-US" sz="1950">
                <a:solidFill>
                  <a:srgbClr val="231F20"/>
                </a:solidFill>
                <a:latin typeface="Trebuchet MS"/>
                <a:ea typeface="Trebuchet MS"/>
                <a:cs typeface="Trebuchet MS"/>
                <a:sym typeface="Trebuchet MS"/>
              </a:rPr>
              <a:t>Information f lows freely across the organization,  breaking down silos</a:t>
            </a:r>
            <a:endParaRPr sz="1950">
              <a:latin typeface="Trebuchet MS"/>
              <a:ea typeface="Trebuchet MS"/>
              <a:cs typeface="Trebuchet MS"/>
              <a:sym typeface="Trebuchet MS"/>
            </a:endParaRPr>
          </a:p>
          <a:p>
            <a:pPr marL="74930" marR="0" lvl="0" indent="0" algn="l" rtl="0">
              <a:lnSpc>
                <a:spcPct val="100000"/>
              </a:lnSpc>
              <a:spcBef>
                <a:spcPts val="345"/>
              </a:spcBef>
              <a:spcAft>
                <a:spcPts val="0"/>
              </a:spcAft>
              <a:buNone/>
            </a:pPr>
            <a:r>
              <a:rPr lang="en-US" sz="1950">
                <a:solidFill>
                  <a:srgbClr val="231F20"/>
                </a:solidFill>
                <a:latin typeface="Trebuchet MS"/>
                <a:ea typeface="Trebuchet MS"/>
                <a:cs typeface="Trebuchet MS"/>
                <a:sym typeface="Trebuchet MS"/>
              </a:rPr>
              <a:t>Confluence houses everything from project plans</a:t>
            </a:r>
            <a:endParaRPr sz="1950">
              <a:latin typeface="Trebuchet MS"/>
              <a:ea typeface="Trebuchet MS"/>
              <a:cs typeface="Trebuchet MS"/>
              <a:sym typeface="Trebuchet MS"/>
            </a:endParaRPr>
          </a:p>
          <a:p>
            <a:pPr marL="12700" marR="5080" lvl="0" indent="0" algn="l" rtl="0">
              <a:lnSpc>
                <a:spcPct val="114900"/>
              </a:lnSpc>
              <a:spcBef>
                <a:spcPts val="5"/>
              </a:spcBef>
              <a:spcAft>
                <a:spcPts val="0"/>
              </a:spcAft>
              <a:buNone/>
            </a:pPr>
            <a:r>
              <a:rPr lang="en-US" sz="1950">
                <a:solidFill>
                  <a:srgbClr val="231F20"/>
                </a:solidFill>
                <a:latin typeface="Trebuchet MS"/>
                <a:ea typeface="Trebuchet MS"/>
                <a:cs typeface="Trebuchet MS"/>
                <a:sym typeface="Trebuchet MS"/>
              </a:rPr>
              <a:t>to blogs to documentation, serving as a single source  of truth</a:t>
            </a:r>
            <a:endParaRPr sz="1950">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grpSp>
        <p:nvGrpSpPr>
          <p:cNvPr id="137" name="Google Shape;137;p12"/>
          <p:cNvGrpSpPr/>
          <p:nvPr/>
        </p:nvGrpSpPr>
        <p:grpSpPr>
          <a:xfrm>
            <a:off x="4260088" y="0"/>
            <a:ext cx="14031083" cy="9372574"/>
            <a:chOff x="4260088" y="0"/>
            <a:chExt cx="14031083" cy="9372574"/>
          </a:xfrm>
        </p:grpSpPr>
        <p:pic>
          <p:nvPicPr>
            <p:cNvPr id="138" name="Google Shape;138;p12"/>
            <p:cNvPicPr preferRelativeResize="0"/>
            <p:nvPr/>
          </p:nvPicPr>
          <p:blipFill rotWithShape="1">
            <a:blip r:embed="rId3">
              <a:alphaModFix/>
            </a:blip>
            <a:srcRect/>
            <a:stretch/>
          </p:blipFill>
          <p:spPr>
            <a:xfrm>
              <a:off x="12255055" y="0"/>
              <a:ext cx="6036116" cy="6125534"/>
            </a:xfrm>
            <a:prstGeom prst="rect">
              <a:avLst/>
            </a:prstGeom>
            <a:noFill/>
            <a:ln>
              <a:noFill/>
            </a:ln>
          </p:spPr>
        </p:pic>
        <p:sp>
          <p:nvSpPr>
            <p:cNvPr id="139" name="Google Shape;139;p12"/>
            <p:cNvSpPr/>
            <p:nvPr/>
          </p:nvSpPr>
          <p:spPr>
            <a:xfrm>
              <a:off x="4260088" y="4434814"/>
              <a:ext cx="11718290" cy="4937760"/>
            </a:xfrm>
            <a:custGeom>
              <a:avLst/>
              <a:gdLst/>
              <a:ahLst/>
              <a:cxnLst/>
              <a:rect l="l" t="t" r="r" b="b"/>
              <a:pathLst>
                <a:path w="11718290" h="4937759" extrusionOk="0">
                  <a:moveTo>
                    <a:pt x="2930017" y="264998"/>
                  </a:moveTo>
                  <a:lnTo>
                    <a:pt x="2917914" y="203898"/>
                  </a:lnTo>
                  <a:lnTo>
                    <a:pt x="2900299" y="161340"/>
                  </a:lnTo>
                  <a:lnTo>
                    <a:pt x="2876181" y="121945"/>
                  </a:lnTo>
                  <a:lnTo>
                    <a:pt x="2845930" y="86487"/>
                  </a:lnTo>
                  <a:lnTo>
                    <a:pt x="2810472" y="56222"/>
                  </a:lnTo>
                  <a:lnTo>
                    <a:pt x="2771063" y="32118"/>
                  </a:lnTo>
                  <a:lnTo>
                    <a:pt x="2728518" y="14490"/>
                  </a:lnTo>
                  <a:lnTo>
                    <a:pt x="2683611" y="3683"/>
                  </a:lnTo>
                  <a:lnTo>
                    <a:pt x="2637142" y="0"/>
                  </a:lnTo>
                  <a:lnTo>
                    <a:pt x="295275" y="0"/>
                  </a:lnTo>
                  <a:lnTo>
                    <a:pt x="248805" y="3683"/>
                  </a:lnTo>
                  <a:lnTo>
                    <a:pt x="203898" y="14490"/>
                  </a:lnTo>
                  <a:lnTo>
                    <a:pt x="161340" y="32118"/>
                  </a:lnTo>
                  <a:lnTo>
                    <a:pt x="121945" y="56222"/>
                  </a:lnTo>
                  <a:lnTo>
                    <a:pt x="86487" y="86487"/>
                  </a:lnTo>
                  <a:lnTo>
                    <a:pt x="56222" y="121945"/>
                  </a:lnTo>
                  <a:lnTo>
                    <a:pt x="32118" y="161340"/>
                  </a:lnTo>
                  <a:lnTo>
                    <a:pt x="14490" y="203898"/>
                  </a:lnTo>
                  <a:lnTo>
                    <a:pt x="3683" y="248805"/>
                  </a:lnTo>
                  <a:lnTo>
                    <a:pt x="0" y="295275"/>
                  </a:lnTo>
                  <a:lnTo>
                    <a:pt x="0" y="2056091"/>
                  </a:lnTo>
                  <a:lnTo>
                    <a:pt x="3683" y="2102561"/>
                  </a:lnTo>
                  <a:lnTo>
                    <a:pt x="14490" y="2147468"/>
                  </a:lnTo>
                  <a:lnTo>
                    <a:pt x="32118" y="2190013"/>
                  </a:lnTo>
                  <a:lnTo>
                    <a:pt x="56222" y="2229421"/>
                  </a:lnTo>
                  <a:lnTo>
                    <a:pt x="86487" y="2264880"/>
                  </a:lnTo>
                  <a:lnTo>
                    <a:pt x="121945" y="2295131"/>
                  </a:lnTo>
                  <a:lnTo>
                    <a:pt x="161340" y="2319236"/>
                  </a:lnTo>
                  <a:lnTo>
                    <a:pt x="203898" y="2336863"/>
                  </a:lnTo>
                  <a:lnTo>
                    <a:pt x="248805" y="2347684"/>
                  </a:lnTo>
                  <a:lnTo>
                    <a:pt x="295275" y="2351367"/>
                  </a:lnTo>
                  <a:lnTo>
                    <a:pt x="2637142" y="2351367"/>
                  </a:lnTo>
                  <a:lnTo>
                    <a:pt x="2683611" y="2347684"/>
                  </a:lnTo>
                  <a:lnTo>
                    <a:pt x="2728518" y="2336863"/>
                  </a:lnTo>
                  <a:lnTo>
                    <a:pt x="2771063" y="2319236"/>
                  </a:lnTo>
                  <a:lnTo>
                    <a:pt x="2810472" y="2295131"/>
                  </a:lnTo>
                  <a:lnTo>
                    <a:pt x="2845930" y="2264880"/>
                  </a:lnTo>
                  <a:lnTo>
                    <a:pt x="2876181" y="2229421"/>
                  </a:lnTo>
                  <a:lnTo>
                    <a:pt x="2900299" y="2190013"/>
                  </a:lnTo>
                  <a:lnTo>
                    <a:pt x="2917914" y="2147468"/>
                  </a:lnTo>
                  <a:lnTo>
                    <a:pt x="2928734" y="2102561"/>
                  </a:lnTo>
                  <a:lnTo>
                    <a:pt x="2930017" y="2086368"/>
                  </a:lnTo>
                  <a:lnTo>
                    <a:pt x="2930017" y="264998"/>
                  </a:lnTo>
                  <a:close/>
                </a:path>
                <a:path w="11718290" h="4937759" extrusionOk="0">
                  <a:moveTo>
                    <a:pt x="2931795" y="2748292"/>
                  </a:moveTo>
                  <a:lnTo>
                    <a:pt x="2928734" y="2709595"/>
                  </a:lnTo>
                  <a:lnTo>
                    <a:pt x="2917914" y="2664688"/>
                  </a:lnTo>
                  <a:lnTo>
                    <a:pt x="2900299" y="2622143"/>
                  </a:lnTo>
                  <a:lnTo>
                    <a:pt x="2876181" y="2582735"/>
                  </a:lnTo>
                  <a:lnTo>
                    <a:pt x="2845930" y="2547277"/>
                  </a:lnTo>
                  <a:lnTo>
                    <a:pt x="2810472" y="2517025"/>
                  </a:lnTo>
                  <a:lnTo>
                    <a:pt x="2771063" y="2492908"/>
                  </a:lnTo>
                  <a:lnTo>
                    <a:pt x="2728518" y="2475293"/>
                  </a:lnTo>
                  <a:lnTo>
                    <a:pt x="2683611" y="2464473"/>
                  </a:lnTo>
                  <a:lnTo>
                    <a:pt x="2637142" y="2460790"/>
                  </a:lnTo>
                  <a:lnTo>
                    <a:pt x="295275" y="2460790"/>
                  </a:lnTo>
                  <a:lnTo>
                    <a:pt x="248805" y="2464473"/>
                  </a:lnTo>
                  <a:lnTo>
                    <a:pt x="203898" y="2475293"/>
                  </a:lnTo>
                  <a:lnTo>
                    <a:pt x="161340" y="2492908"/>
                  </a:lnTo>
                  <a:lnTo>
                    <a:pt x="121945" y="2517025"/>
                  </a:lnTo>
                  <a:lnTo>
                    <a:pt x="86487" y="2547277"/>
                  </a:lnTo>
                  <a:lnTo>
                    <a:pt x="56222" y="2582735"/>
                  </a:lnTo>
                  <a:lnTo>
                    <a:pt x="32118" y="2622143"/>
                  </a:lnTo>
                  <a:lnTo>
                    <a:pt x="14490" y="2664688"/>
                  </a:lnTo>
                  <a:lnTo>
                    <a:pt x="3683" y="2709595"/>
                  </a:lnTo>
                  <a:lnTo>
                    <a:pt x="0" y="2756065"/>
                  </a:lnTo>
                  <a:lnTo>
                    <a:pt x="0" y="3012630"/>
                  </a:lnTo>
                  <a:lnTo>
                    <a:pt x="3683" y="3059099"/>
                  </a:lnTo>
                  <a:lnTo>
                    <a:pt x="14490" y="3104007"/>
                  </a:lnTo>
                  <a:lnTo>
                    <a:pt x="32118" y="3146564"/>
                  </a:lnTo>
                  <a:lnTo>
                    <a:pt x="56222" y="3185960"/>
                  </a:lnTo>
                  <a:lnTo>
                    <a:pt x="86487" y="3221418"/>
                  </a:lnTo>
                  <a:lnTo>
                    <a:pt x="121945" y="3251682"/>
                  </a:lnTo>
                  <a:lnTo>
                    <a:pt x="161340" y="3275787"/>
                  </a:lnTo>
                  <a:lnTo>
                    <a:pt x="203898" y="3293414"/>
                  </a:lnTo>
                  <a:lnTo>
                    <a:pt x="248805" y="3304222"/>
                  </a:lnTo>
                  <a:lnTo>
                    <a:pt x="295275" y="3307905"/>
                  </a:lnTo>
                  <a:lnTo>
                    <a:pt x="2637142" y="3307905"/>
                  </a:lnTo>
                  <a:lnTo>
                    <a:pt x="2683611" y="3304222"/>
                  </a:lnTo>
                  <a:lnTo>
                    <a:pt x="2728518" y="3293414"/>
                  </a:lnTo>
                  <a:lnTo>
                    <a:pt x="2771063" y="3275787"/>
                  </a:lnTo>
                  <a:lnTo>
                    <a:pt x="2810472" y="3251682"/>
                  </a:lnTo>
                  <a:lnTo>
                    <a:pt x="2845930" y="3221418"/>
                  </a:lnTo>
                  <a:lnTo>
                    <a:pt x="2876181" y="3185960"/>
                  </a:lnTo>
                  <a:lnTo>
                    <a:pt x="2900299" y="3146564"/>
                  </a:lnTo>
                  <a:lnTo>
                    <a:pt x="2917914" y="3104007"/>
                  </a:lnTo>
                  <a:lnTo>
                    <a:pt x="2928734" y="3059099"/>
                  </a:lnTo>
                  <a:lnTo>
                    <a:pt x="2931795" y="3020415"/>
                  </a:lnTo>
                  <a:lnTo>
                    <a:pt x="2931795" y="2748292"/>
                  </a:lnTo>
                  <a:close/>
                </a:path>
                <a:path w="11718290" h="4937759" extrusionOk="0">
                  <a:moveTo>
                    <a:pt x="7740650" y="1112113"/>
                  </a:moveTo>
                  <a:lnTo>
                    <a:pt x="7728559" y="1051013"/>
                  </a:lnTo>
                  <a:lnTo>
                    <a:pt x="7710932" y="1008456"/>
                  </a:lnTo>
                  <a:lnTo>
                    <a:pt x="7686827" y="969048"/>
                  </a:lnTo>
                  <a:lnTo>
                    <a:pt x="7656563" y="933589"/>
                  </a:lnTo>
                  <a:lnTo>
                    <a:pt x="7621105" y="903338"/>
                  </a:lnTo>
                  <a:lnTo>
                    <a:pt x="7581709" y="879233"/>
                  </a:lnTo>
                  <a:lnTo>
                    <a:pt x="7539152" y="861606"/>
                  </a:lnTo>
                  <a:lnTo>
                    <a:pt x="7494244" y="850785"/>
                  </a:lnTo>
                  <a:lnTo>
                    <a:pt x="7447775" y="847115"/>
                  </a:lnTo>
                  <a:lnTo>
                    <a:pt x="5105908" y="847115"/>
                  </a:lnTo>
                  <a:lnTo>
                    <a:pt x="5059438" y="850785"/>
                  </a:lnTo>
                  <a:lnTo>
                    <a:pt x="5014531" y="861606"/>
                  </a:lnTo>
                  <a:lnTo>
                    <a:pt x="4971986" y="879233"/>
                  </a:lnTo>
                  <a:lnTo>
                    <a:pt x="4932578" y="903338"/>
                  </a:lnTo>
                  <a:lnTo>
                    <a:pt x="4897120" y="933589"/>
                  </a:lnTo>
                  <a:lnTo>
                    <a:pt x="4866868" y="969048"/>
                  </a:lnTo>
                  <a:lnTo>
                    <a:pt x="4842751" y="1008456"/>
                  </a:lnTo>
                  <a:lnTo>
                    <a:pt x="4825136" y="1051013"/>
                  </a:lnTo>
                  <a:lnTo>
                    <a:pt x="4814316" y="1095921"/>
                  </a:lnTo>
                  <a:lnTo>
                    <a:pt x="4810633" y="1142377"/>
                  </a:lnTo>
                  <a:lnTo>
                    <a:pt x="4810633" y="2903207"/>
                  </a:lnTo>
                  <a:lnTo>
                    <a:pt x="4814316" y="2949664"/>
                  </a:lnTo>
                  <a:lnTo>
                    <a:pt x="4825136" y="2994571"/>
                  </a:lnTo>
                  <a:lnTo>
                    <a:pt x="4842751" y="3037128"/>
                  </a:lnTo>
                  <a:lnTo>
                    <a:pt x="4866868" y="3076524"/>
                  </a:lnTo>
                  <a:lnTo>
                    <a:pt x="4897120" y="3111982"/>
                  </a:lnTo>
                  <a:lnTo>
                    <a:pt x="4932578" y="3142246"/>
                  </a:lnTo>
                  <a:lnTo>
                    <a:pt x="4971986" y="3166351"/>
                  </a:lnTo>
                  <a:lnTo>
                    <a:pt x="5014531" y="3183979"/>
                  </a:lnTo>
                  <a:lnTo>
                    <a:pt x="5059438" y="3194799"/>
                  </a:lnTo>
                  <a:lnTo>
                    <a:pt x="5105908" y="3198469"/>
                  </a:lnTo>
                  <a:lnTo>
                    <a:pt x="7447775" y="3198469"/>
                  </a:lnTo>
                  <a:lnTo>
                    <a:pt x="7494244" y="3194799"/>
                  </a:lnTo>
                  <a:lnTo>
                    <a:pt x="7539152" y="3183979"/>
                  </a:lnTo>
                  <a:lnTo>
                    <a:pt x="7581709" y="3166351"/>
                  </a:lnTo>
                  <a:lnTo>
                    <a:pt x="7621105" y="3142246"/>
                  </a:lnTo>
                  <a:lnTo>
                    <a:pt x="7656563" y="3111982"/>
                  </a:lnTo>
                  <a:lnTo>
                    <a:pt x="7686827" y="3076524"/>
                  </a:lnTo>
                  <a:lnTo>
                    <a:pt x="7710932" y="3037128"/>
                  </a:lnTo>
                  <a:lnTo>
                    <a:pt x="7728559" y="2994571"/>
                  </a:lnTo>
                  <a:lnTo>
                    <a:pt x="7739380" y="2949664"/>
                  </a:lnTo>
                  <a:lnTo>
                    <a:pt x="7740650" y="2933471"/>
                  </a:lnTo>
                  <a:lnTo>
                    <a:pt x="7740650" y="1112113"/>
                  </a:lnTo>
                  <a:close/>
                </a:path>
                <a:path w="11718290" h="4937759" extrusionOk="0">
                  <a:moveTo>
                    <a:pt x="7897482" y="3603180"/>
                  </a:moveTo>
                  <a:lnTo>
                    <a:pt x="7893799" y="3556711"/>
                  </a:lnTo>
                  <a:lnTo>
                    <a:pt x="7882979" y="3511804"/>
                  </a:lnTo>
                  <a:lnTo>
                    <a:pt x="7865351" y="3469246"/>
                  </a:lnTo>
                  <a:lnTo>
                    <a:pt x="7841247" y="3429851"/>
                  </a:lnTo>
                  <a:lnTo>
                    <a:pt x="7810995" y="3394392"/>
                  </a:lnTo>
                  <a:lnTo>
                    <a:pt x="7775537" y="3364128"/>
                  </a:lnTo>
                  <a:lnTo>
                    <a:pt x="7736129" y="3340023"/>
                  </a:lnTo>
                  <a:lnTo>
                    <a:pt x="7693584" y="3322396"/>
                  </a:lnTo>
                  <a:lnTo>
                    <a:pt x="7648676" y="3311588"/>
                  </a:lnTo>
                  <a:lnTo>
                    <a:pt x="7602207" y="3307905"/>
                  </a:lnTo>
                  <a:lnTo>
                    <a:pt x="5105908" y="3307905"/>
                  </a:lnTo>
                  <a:lnTo>
                    <a:pt x="5059438" y="3311588"/>
                  </a:lnTo>
                  <a:lnTo>
                    <a:pt x="5014531" y="3322396"/>
                  </a:lnTo>
                  <a:lnTo>
                    <a:pt x="4971986" y="3340023"/>
                  </a:lnTo>
                  <a:lnTo>
                    <a:pt x="4932578" y="3364128"/>
                  </a:lnTo>
                  <a:lnTo>
                    <a:pt x="4897120" y="3394392"/>
                  </a:lnTo>
                  <a:lnTo>
                    <a:pt x="4866868" y="3429851"/>
                  </a:lnTo>
                  <a:lnTo>
                    <a:pt x="4842764" y="3469246"/>
                  </a:lnTo>
                  <a:lnTo>
                    <a:pt x="4825136" y="3511804"/>
                  </a:lnTo>
                  <a:lnTo>
                    <a:pt x="4814316" y="3556711"/>
                  </a:lnTo>
                  <a:lnTo>
                    <a:pt x="4810633" y="3603180"/>
                  </a:lnTo>
                  <a:lnTo>
                    <a:pt x="4810633" y="4642167"/>
                  </a:lnTo>
                  <a:lnTo>
                    <a:pt x="4814316" y="4688637"/>
                  </a:lnTo>
                  <a:lnTo>
                    <a:pt x="4825136" y="4733544"/>
                  </a:lnTo>
                  <a:lnTo>
                    <a:pt x="4842764" y="4776101"/>
                  </a:lnTo>
                  <a:lnTo>
                    <a:pt x="4866868" y="4815497"/>
                  </a:lnTo>
                  <a:lnTo>
                    <a:pt x="4897120" y="4850955"/>
                  </a:lnTo>
                  <a:lnTo>
                    <a:pt x="4932578" y="4881219"/>
                  </a:lnTo>
                  <a:lnTo>
                    <a:pt x="4971986" y="4905324"/>
                  </a:lnTo>
                  <a:lnTo>
                    <a:pt x="5014531" y="4922952"/>
                  </a:lnTo>
                  <a:lnTo>
                    <a:pt x="5059438" y="4933772"/>
                  </a:lnTo>
                  <a:lnTo>
                    <a:pt x="5105908" y="4937442"/>
                  </a:lnTo>
                  <a:lnTo>
                    <a:pt x="7602207" y="4937442"/>
                  </a:lnTo>
                  <a:lnTo>
                    <a:pt x="7648676" y="4933772"/>
                  </a:lnTo>
                  <a:lnTo>
                    <a:pt x="7693584" y="4922952"/>
                  </a:lnTo>
                  <a:lnTo>
                    <a:pt x="7736129" y="4905324"/>
                  </a:lnTo>
                  <a:lnTo>
                    <a:pt x="7775537" y="4881219"/>
                  </a:lnTo>
                  <a:lnTo>
                    <a:pt x="7810995" y="4850955"/>
                  </a:lnTo>
                  <a:lnTo>
                    <a:pt x="7841247" y="4815497"/>
                  </a:lnTo>
                  <a:lnTo>
                    <a:pt x="7865351" y="4776101"/>
                  </a:lnTo>
                  <a:lnTo>
                    <a:pt x="7882979" y="4733544"/>
                  </a:lnTo>
                  <a:lnTo>
                    <a:pt x="7893799" y="4688637"/>
                  </a:lnTo>
                  <a:lnTo>
                    <a:pt x="7897482" y="4642167"/>
                  </a:lnTo>
                  <a:lnTo>
                    <a:pt x="7897482" y="3603180"/>
                  </a:lnTo>
                  <a:close/>
                </a:path>
                <a:path w="11718290" h="4937759" extrusionOk="0">
                  <a:moveTo>
                    <a:pt x="11718011" y="2010029"/>
                  </a:moveTo>
                  <a:lnTo>
                    <a:pt x="11714950" y="1971332"/>
                  </a:lnTo>
                  <a:lnTo>
                    <a:pt x="11704142" y="1926424"/>
                  </a:lnTo>
                  <a:lnTo>
                    <a:pt x="11686515" y="1883867"/>
                  </a:lnTo>
                  <a:lnTo>
                    <a:pt x="11662410" y="1844471"/>
                  </a:lnTo>
                  <a:lnTo>
                    <a:pt x="11632146" y="1809013"/>
                  </a:lnTo>
                  <a:lnTo>
                    <a:pt x="11596688" y="1778749"/>
                  </a:lnTo>
                  <a:lnTo>
                    <a:pt x="11557279" y="1754644"/>
                  </a:lnTo>
                  <a:lnTo>
                    <a:pt x="11514734" y="1737017"/>
                  </a:lnTo>
                  <a:lnTo>
                    <a:pt x="11469827" y="1726209"/>
                  </a:lnTo>
                  <a:lnTo>
                    <a:pt x="11423358" y="1722526"/>
                  </a:lnTo>
                  <a:lnTo>
                    <a:pt x="9081491" y="1722526"/>
                  </a:lnTo>
                  <a:lnTo>
                    <a:pt x="9035021" y="1726209"/>
                  </a:lnTo>
                  <a:lnTo>
                    <a:pt x="8990114" y="1737017"/>
                  </a:lnTo>
                  <a:lnTo>
                    <a:pt x="8947569" y="1754644"/>
                  </a:lnTo>
                  <a:lnTo>
                    <a:pt x="8908161" y="1778749"/>
                  </a:lnTo>
                  <a:lnTo>
                    <a:pt x="8872703" y="1809013"/>
                  </a:lnTo>
                  <a:lnTo>
                    <a:pt x="8842438" y="1844471"/>
                  </a:lnTo>
                  <a:lnTo>
                    <a:pt x="8818334" y="1883867"/>
                  </a:lnTo>
                  <a:lnTo>
                    <a:pt x="8800706" y="1926424"/>
                  </a:lnTo>
                  <a:lnTo>
                    <a:pt x="8789899" y="1971332"/>
                  </a:lnTo>
                  <a:lnTo>
                    <a:pt x="8786216" y="2017788"/>
                  </a:lnTo>
                  <a:lnTo>
                    <a:pt x="8786216" y="2274366"/>
                  </a:lnTo>
                  <a:lnTo>
                    <a:pt x="8789899" y="2320836"/>
                  </a:lnTo>
                  <a:lnTo>
                    <a:pt x="8800706" y="2365743"/>
                  </a:lnTo>
                  <a:lnTo>
                    <a:pt x="8818334" y="2408288"/>
                  </a:lnTo>
                  <a:lnTo>
                    <a:pt x="8842438" y="2447696"/>
                  </a:lnTo>
                  <a:lnTo>
                    <a:pt x="8872703" y="2483154"/>
                  </a:lnTo>
                  <a:lnTo>
                    <a:pt x="8908161" y="2513406"/>
                  </a:lnTo>
                  <a:lnTo>
                    <a:pt x="8947569" y="2537510"/>
                  </a:lnTo>
                  <a:lnTo>
                    <a:pt x="8990114" y="2555138"/>
                  </a:lnTo>
                  <a:lnTo>
                    <a:pt x="9035021" y="2565958"/>
                  </a:lnTo>
                  <a:lnTo>
                    <a:pt x="9081491" y="2569641"/>
                  </a:lnTo>
                  <a:lnTo>
                    <a:pt x="11423358" y="2569641"/>
                  </a:lnTo>
                  <a:lnTo>
                    <a:pt x="11469827" y="2565958"/>
                  </a:lnTo>
                  <a:lnTo>
                    <a:pt x="11514734" y="2555138"/>
                  </a:lnTo>
                  <a:lnTo>
                    <a:pt x="11557279" y="2537510"/>
                  </a:lnTo>
                  <a:lnTo>
                    <a:pt x="11596688" y="2513406"/>
                  </a:lnTo>
                  <a:lnTo>
                    <a:pt x="11632146" y="2483154"/>
                  </a:lnTo>
                  <a:lnTo>
                    <a:pt x="11662410" y="2447696"/>
                  </a:lnTo>
                  <a:lnTo>
                    <a:pt x="11686515" y="2408288"/>
                  </a:lnTo>
                  <a:lnTo>
                    <a:pt x="11704142" y="2365743"/>
                  </a:lnTo>
                  <a:lnTo>
                    <a:pt x="11714950" y="2320836"/>
                  </a:lnTo>
                  <a:lnTo>
                    <a:pt x="11718011" y="2282139"/>
                  </a:lnTo>
                  <a:lnTo>
                    <a:pt x="11718011" y="2010029"/>
                  </a:lnTo>
                  <a:close/>
                </a:path>
              </a:pathLst>
            </a:custGeom>
            <a:solidFill>
              <a:srgbClr val="FFFFFF">
                <a:alpha val="9882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40" name="Google Shape;140;p12"/>
            <p:cNvSpPr/>
            <p:nvPr/>
          </p:nvSpPr>
          <p:spPr>
            <a:xfrm>
              <a:off x="12181358" y="7329004"/>
              <a:ext cx="1582420" cy="925194"/>
            </a:xfrm>
            <a:custGeom>
              <a:avLst/>
              <a:gdLst/>
              <a:ahLst/>
              <a:cxnLst/>
              <a:rect l="l" t="t" r="r" b="b"/>
              <a:pathLst>
                <a:path w="1582419" h="925195" extrusionOk="0">
                  <a:moveTo>
                    <a:pt x="1582204" y="65595"/>
                  </a:moveTo>
                  <a:lnTo>
                    <a:pt x="1579930" y="56553"/>
                  </a:lnTo>
                  <a:lnTo>
                    <a:pt x="1577340" y="46228"/>
                  </a:lnTo>
                  <a:lnTo>
                    <a:pt x="1563903" y="33604"/>
                  </a:lnTo>
                  <a:lnTo>
                    <a:pt x="1539240" y="17424"/>
                  </a:lnTo>
                  <a:lnTo>
                    <a:pt x="1531962" y="12941"/>
                  </a:lnTo>
                  <a:lnTo>
                    <a:pt x="1524038" y="8851"/>
                  </a:lnTo>
                  <a:lnTo>
                    <a:pt x="1516253" y="6172"/>
                  </a:lnTo>
                  <a:lnTo>
                    <a:pt x="1507401" y="2641"/>
                  </a:lnTo>
                  <a:lnTo>
                    <a:pt x="1503603" y="1993"/>
                  </a:lnTo>
                  <a:lnTo>
                    <a:pt x="1499755" y="1358"/>
                  </a:lnTo>
                  <a:lnTo>
                    <a:pt x="1495882" y="3733"/>
                  </a:lnTo>
                  <a:lnTo>
                    <a:pt x="1487373" y="0"/>
                  </a:lnTo>
                  <a:lnTo>
                    <a:pt x="1480312" y="1346"/>
                  </a:lnTo>
                  <a:lnTo>
                    <a:pt x="1473123" y="4241"/>
                  </a:lnTo>
                  <a:lnTo>
                    <a:pt x="1445768" y="20955"/>
                  </a:lnTo>
                  <a:lnTo>
                    <a:pt x="1386319" y="61747"/>
                  </a:lnTo>
                  <a:lnTo>
                    <a:pt x="1383741" y="61823"/>
                  </a:lnTo>
                  <a:lnTo>
                    <a:pt x="1378610" y="61988"/>
                  </a:lnTo>
                  <a:lnTo>
                    <a:pt x="1368031" y="71424"/>
                  </a:lnTo>
                  <a:lnTo>
                    <a:pt x="1365504" y="71475"/>
                  </a:lnTo>
                  <a:lnTo>
                    <a:pt x="1360436" y="71602"/>
                  </a:lnTo>
                  <a:lnTo>
                    <a:pt x="1349806" y="81064"/>
                  </a:lnTo>
                  <a:lnTo>
                    <a:pt x="1346085" y="80365"/>
                  </a:lnTo>
                  <a:lnTo>
                    <a:pt x="1344231" y="80010"/>
                  </a:lnTo>
                  <a:lnTo>
                    <a:pt x="1340408" y="83832"/>
                  </a:lnTo>
                  <a:lnTo>
                    <a:pt x="1336306" y="86334"/>
                  </a:lnTo>
                  <a:lnTo>
                    <a:pt x="1290383" y="103987"/>
                  </a:lnTo>
                  <a:lnTo>
                    <a:pt x="1243838" y="119024"/>
                  </a:lnTo>
                  <a:lnTo>
                    <a:pt x="1196771" y="131406"/>
                  </a:lnTo>
                  <a:lnTo>
                    <a:pt x="1147914" y="138938"/>
                  </a:lnTo>
                  <a:lnTo>
                    <a:pt x="1143381" y="140220"/>
                  </a:lnTo>
                  <a:lnTo>
                    <a:pt x="1138072" y="140487"/>
                  </a:lnTo>
                  <a:lnTo>
                    <a:pt x="1133475" y="141795"/>
                  </a:lnTo>
                  <a:lnTo>
                    <a:pt x="1127506" y="142481"/>
                  </a:lnTo>
                  <a:lnTo>
                    <a:pt x="1120902" y="143535"/>
                  </a:lnTo>
                  <a:lnTo>
                    <a:pt x="1119022" y="155092"/>
                  </a:lnTo>
                  <a:lnTo>
                    <a:pt x="1123784" y="161112"/>
                  </a:lnTo>
                  <a:lnTo>
                    <a:pt x="1127582" y="161772"/>
                  </a:lnTo>
                  <a:lnTo>
                    <a:pt x="1140231" y="167436"/>
                  </a:lnTo>
                  <a:lnTo>
                    <a:pt x="1151686" y="175323"/>
                  </a:lnTo>
                  <a:lnTo>
                    <a:pt x="1162862" y="183375"/>
                  </a:lnTo>
                  <a:lnTo>
                    <a:pt x="1175397" y="190601"/>
                  </a:lnTo>
                  <a:lnTo>
                    <a:pt x="1182916" y="193446"/>
                  </a:lnTo>
                  <a:lnTo>
                    <a:pt x="1191069" y="192925"/>
                  </a:lnTo>
                  <a:lnTo>
                    <a:pt x="1199400" y="192303"/>
                  </a:lnTo>
                  <a:lnTo>
                    <a:pt x="1247838" y="188023"/>
                  </a:lnTo>
                  <a:lnTo>
                    <a:pt x="1295412" y="179793"/>
                  </a:lnTo>
                  <a:lnTo>
                    <a:pt x="1342644" y="168783"/>
                  </a:lnTo>
                  <a:lnTo>
                    <a:pt x="1388745" y="154012"/>
                  </a:lnTo>
                  <a:lnTo>
                    <a:pt x="1399349" y="149034"/>
                  </a:lnTo>
                  <a:lnTo>
                    <a:pt x="1411592" y="147497"/>
                  </a:lnTo>
                  <a:lnTo>
                    <a:pt x="1412773" y="152730"/>
                  </a:lnTo>
                  <a:lnTo>
                    <a:pt x="1412849" y="158648"/>
                  </a:lnTo>
                  <a:lnTo>
                    <a:pt x="1406575" y="160985"/>
                  </a:lnTo>
                  <a:lnTo>
                    <a:pt x="1403908" y="165582"/>
                  </a:lnTo>
                  <a:lnTo>
                    <a:pt x="1404645" y="172580"/>
                  </a:lnTo>
                  <a:lnTo>
                    <a:pt x="1399425" y="175768"/>
                  </a:lnTo>
                  <a:lnTo>
                    <a:pt x="1395031" y="179946"/>
                  </a:lnTo>
                  <a:lnTo>
                    <a:pt x="1395704" y="186969"/>
                  </a:lnTo>
                  <a:lnTo>
                    <a:pt x="1393571" y="188277"/>
                  </a:lnTo>
                  <a:lnTo>
                    <a:pt x="1393850" y="189598"/>
                  </a:lnTo>
                  <a:lnTo>
                    <a:pt x="1388846" y="192646"/>
                  </a:lnTo>
                  <a:lnTo>
                    <a:pt x="1384909" y="196545"/>
                  </a:lnTo>
                  <a:lnTo>
                    <a:pt x="1385531" y="203606"/>
                  </a:lnTo>
                  <a:lnTo>
                    <a:pt x="1382826" y="206743"/>
                  </a:lnTo>
                  <a:lnTo>
                    <a:pt x="1379296" y="208902"/>
                  </a:lnTo>
                  <a:lnTo>
                    <a:pt x="1358252" y="239623"/>
                  </a:lnTo>
                  <a:lnTo>
                    <a:pt x="1285481" y="348081"/>
                  </a:lnTo>
                  <a:lnTo>
                    <a:pt x="1267675" y="372351"/>
                  </a:lnTo>
                  <a:lnTo>
                    <a:pt x="1232649" y="422033"/>
                  </a:lnTo>
                  <a:lnTo>
                    <a:pt x="1226693" y="427151"/>
                  </a:lnTo>
                  <a:lnTo>
                    <a:pt x="1210957" y="445693"/>
                  </a:lnTo>
                  <a:lnTo>
                    <a:pt x="1140561" y="521436"/>
                  </a:lnTo>
                  <a:lnTo>
                    <a:pt x="1102855" y="556387"/>
                  </a:lnTo>
                  <a:lnTo>
                    <a:pt x="1063472" y="589381"/>
                  </a:lnTo>
                  <a:lnTo>
                    <a:pt x="1023048" y="621525"/>
                  </a:lnTo>
                  <a:lnTo>
                    <a:pt x="980922" y="651725"/>
                  </a:lnTo>
                  <a:lnTo>
                    <a:pt x="934110" y="681799"/>
                  </a:lnTo>
                  <a:lnTo>
                    <a:pt x="887310" y="711885"/>
                  </a:lnTo>
                  <a:lnTo>
                    <a:pt x="884643" y="712025"/>
                  </a:lnTo>
                  <a:lnTo>
                    <a:pt x="879322" y="712304"/>
                  </a:lnTo>
                  <a:lnTo>
                    <a:pt x="868235" y="722045"/>
                  </a:lnTo>
                  <a:lnTo>
                    <a:pt x="865695" y="722122"/>
                  </a:lnTo>
                  <a:lnTo>
                    <a:pt x="860590" y="722261"/>
                  </a:lnTo>
                  <a:lnTo>
                    <a:pt x="850074" y="731659"/>
                  </a:lnTo>
                  <a:lnTo>
                    <a:pt x="847686" y="731634"/>
                  </a:lnTo>
                  <a:lnTo>
                    <a:pt x="842924" y="731570"/>
                  </a:lnTo>
                  <a:lnTo>
                    <a:pt x="838631" y="737158"/>
                  </a:lnTo>
                  <a:lnTo>
                    <a:pt x="833081" y="740549"/>
                  </a:lnTo>
                  <a:lnTo>
                    <a:pt x="830821" y="740448"/>
                  </a:lnTo>
                  <a:lnTo>
                    <a:pt x="828560" y="740346"/>
                  </a:lnTo>
                  <a:lnTo>
                    <a:pt x="825030" y="742505"/>
                  </a:lnTo>
                  <a:lnTo>
                    <a:pt x="822045" y="745807"/>
                  </a:lnTo>
                  <a:lnTo>
                    <a:pt x="820140" y="745490"/>
                  </a:lnTo>
                  <a:lnTo>
                    <a:pt x="818908" y="746239"/>
                  </a:lnTo>
                  <a:lnTo>
                    <a:pt x="818286" y="748106"/>
                  </a:lnTo>
                  <a:lnTo>
                    <a:pt x="814565" y="747407"/>
                  </a:lnTo>
                  <a:lnTo>
                    <a:pt x="812698" y="747052"/>
                  </a:lnTo>
                  <a:lnTo>
                    <a:pt x="808939" y="750849"/>
                  </a:lnTo>
                  <a:lnTo>
                    <a:pt x="804227" y="752233"/>
                  </a:lnTo>
                  <a:lnTo>
                    <a:pt x="788517" y="760349"/>
                  </a:lnTo>
                  <a:lnTo>
                    <a:pt x="755713" y="774433"/>
                  </a:lnTo>
                  <a:lnTo>
                    <a:pt x="738898" y="780237"/>
                  </a:lnTo>
                  <a:lnTo>
                    <a:pt x="737819" y="782383"/>
                  </a:lnTo>
                  <a:lnTo>
                    <a:pt x="732701" y="787006"/>
                  </a:lnTo>
                  <a:lnTo>
                    <a:pt x="747801" y="785215"/>
                  </a:lnTo>
                  <a:lnTo>
                    <a:pt x="748741" y="786130"/>
                  </a:lnTo>
                  <a:lnTo>
                    <a:pt x="747649" y="789774"/>
                  </a:lnTo>
                  <a:lnTo>
                    <a:pt x="746010" y="792264"/>
                  </a:lnTo>
                  <a:lnTo>
                    <a:pt x="744994" y="794372"/>
                  </a:lnTo>
                  <a:lnTo>
                    <a:pt x="691730" y="812025"/>
                  </a:lnTo>
                  <a:lnTo>
                    <a:pt x="637260" y="825957"/>
                  </a:lnTo>
                  <a:lnTo>
                    <a:pt x="582803" y="838403"/>
                  </a:lnTo>
                  <a:lnTo>
                    <a:pt x="527596" y="848321"/>
                  </a:lnTo>
                  <a:lnTo>
                    <a:pt x="520331" y="848283"/>
                  </a:lnTo>
                  <a:lnTo>
                    <a:pt x="513676" y="849376"/>
                  </a:lnTo>
                  <a:lnTo>
                    <a:pt x="412915" y="855878"/>
                  </a:lnTo>
                  <a:lnTo>
                    <a:pt x="384784" y="858177"/>
                  </a:lnTo>
                  <a:lnTo>
                    <a:pt x="381965" y="858405"/>
                  </a:lnTo>
                  <a:lnTo>
                    <a:pt x="380682" y="857707"/>
                  </a:lnTo>
                  <a:lnTo>
                    <a:pt x="379133" y="857173"/>
                  </a:lnTo>
                  <a:lnTo>
                    <a:pt x="376555" y="857250"/>
                  </a:lnTo>
                  <a:lnTo>
                    <a:pt x="374764" y="858342"/>
                  </a:lnTo>
                  <a:lnTo>
                    <a:pt x="372427" y="856792"/>
                  </a:lnTo>
                  <a:lnTo>
                    <a:pt x="370027" y="856780"/>
                  </a:lnTo>
                  <a:lnTo>
                    <a:pt x="367665" y="858215"/>
                  </a:lnTo>
                  <a:lnTo>
                    <a:pt x="365391" y="856627"/>
                  </a:lnTo>
                  <a:lnTo>
                    <a:pt x="362991" y="856615"/>
                  </a:lnTo>
                  <a:lnTo>
                    <a:pt x="360578" y="858088"/>
                  </a:lnTo>
                  <a:lnTo>
                    <a:pt x="358355" y="856462"/>
                  </a:lnTo>
                  <a:lnTo>
                    <a:pt x="355955" y="856449"/>
                  </a:lnTo>
                  <a:lnTo>
                    <a:pt x="353479" y="857948"/>
                  </a:lnTo>
                  <a:lnTo>
                    <a:pt x="351256" y="856335"/>
                  </a:lnTo>
                  <a:lnTo>
                    <a:pt x="348919" y="856272"/>
                  </a:lnTo>
                  <a:lnTo>
                    <a:pt x="346443" y="857783"/>
                  </a:lnTo>
                  <a:lnTo>
                    <a:pt x="344284" y="856132"/>
                  </a:lnTo>
                  <a:lnTo>
                    <a:pt x="341934" y="856081"/>
                  </a:lnTo>
                  <a:lnTo>
                    <a:pt x="339407" y="857618"/>
                  </a:lnTo>
                  <a:lnTo>
                    <a:pt x="337299" y="855929"/>
                  </a:lnTo>
                  <a:lnTo>
                    <a:pt x="334962" y="855878"/>
                  </a:lnTo>
                  <a:lnTo>
                    <a:pt x="332435" y="857415"/>
                  </a:lnTo>
                  <a:lnTo>
                    <a:pt x="331482" y="857351"/>
                  </a:lnTo>
                  <a:lnTo>
                    <a:pt x="330174" y="856234"/>
                  </a:lnTo>
                  <a:lnTo>
                    <a:pt x="327888" y="856170"/>
                  </a:lnTo>
                  <a:lnTo>
                    <a:pt x="326351" y="857211"/>
                  </a:lnTo>
                  <a:lnTo>
                    <a:pt x="325450" y="857224"/>
                  </a:lnTo>
                  <a:lnTo>
                    <a:pt x="323342" y="855535"/>
                  </a:lnTo>
                  <a:lnTo>
                    <a:pt x="321106" y="855408"/>
                  </a:lnTo>
                  <a:lnTo>
                    <a:pt x="318465" y="857021"/>
                  </a:lnTo>
                  <a:lnTo>
                    <a:pt x="316357" y="855332"/>
                  </a:lnTo>
                  <a:lnTo>
                    <a:pt x="314134" y="855205"/>
                  </a:lnTo>
                  <a:lnTo>
                    <a:pt x="311492" y="856818"/>
                  </a:lnTo>
                  <a:lnTo>
                    <a:pt x="308775" y="854011"/>
                  </a:lnTo>
                  <a:lnTo>
                    <a:pt x="306489" y="853922"/>
                  </a:lnTo>
                  <a:lnTo>
                    <a:pt x="306463" y="870305"/>
                  </a:lnTo>
                  <a:lnTo>
                    <a:pt x="306133" y="870508"/>
                  </a:lnTo>
                  <a:lnTo>
                    <a:pt x="304800" y="869848"/>
                  </a:lnTo>
                  <a:lnTo>
                    <a:pt x="306463" y="870305"/>
                  </a:lnTo>
                  <a:lnTo>
                    <a:pt x="306463" y="853948"/>
                  </a:lnTo>
                  <a:lnTo>
                    <a:pt x="303911" y="855497"/>
                  </a:lnTo>
                  <a:lnTo>
                    <a:pt x="301853" y="853782"/>
                  </a:lnTo>
                  <a:lnTo>
                    <a:pt x="299567" y="853694"/>
                  </a:lnTo>
                  <a:lnTo>
                    <a:pt x="297040" y="855230"/>
                  </a:lnTo>
                  <a:lnTo>
                    <a:pt x="294932" y="853541"/>
                  </a:lnTo>
                  <a:lnTo>
                    <a:pt x="292633" y="853452"/>
                  </a:lnTo>
                  <a:lnTo>
                    <a:pt x="290169" y="854964"/>
                  </a:lnTo>
                  <a:lnTo>
                    <a:pt x="225945" y="846582"/>
                  </a:lnTo>
                  <a:lnTo>
                    <a:pt x="217424" y="847318"/>
                  </a:lnTo>
                  <a:lnTo>
                    <a:pt x="208978" y="846518"/>
                  </a:lnTo>
                  <a:lnTo>
                    <a:pt x="200279" y="844397"/>
                  </a:lnTo>
                  <a:lnTo>
                    <a:pt x="192290" y="843330"/>
                  </a:lnTo>
                  <a:lnTo>
                    <a:pt x="191909" y="842073"/>
                  </a:lnTo>
                  <a:lnTo>
                    <a:pt x="191757" y="840676"/>
                  </a:lnTo>
                  <a:lnTo>
                    <a:pt x="191998" y="837552"/>
                  </a:lnTo>
                  <a:lnTo>
                    <a:pt x="192570" y="835710"/>
                  </a:lnTo>
                  <a:lnTo>
                    <a:pt x="194259" y="834682"/>
                  </a:lnTo>
                  <a:lnTo>
                    <a:pt x="187934" y="832599"/>
                  </a:lnTo>
                  <a:lnTo>
                    <a:pt x="181470" y="830592"/>
                  </a:lnTo>
                  <a:lnTo>
                    <a:pt x="175272" y="829919"/>
                  </a:lnTo>
                  <a:lnTo>
                    <a:pt x="169037" y="830745"/>
                  </a:lnTo>
                  <a:lnTo>
                    <a:pt x="166128" y="831037"/>
                  </a:lnTo>
                  <a:lnTo>
                    <a:pt x="163398" y="831215"/>
                  </a:lnTo>
                  <a:lnTo>
                    <a:pt x="161912" y="830630"/>
                  </a:lnTo>
                  <a:lnTo>
                    <a:pt x="160439" y="830046"/>
                  </a:lnTo>
                  <a:lnTo>
                    <a:pt x="165696" y="829805"/>
                  </a:lnTo>
                  <a:lnTo>
                    <a:pt x="169037" y="830745"/>
                  </a:lnTo>
                  <a:lnTo>
                    <a:pt x="166484" y="829335"/>
                  </a:lnTo>
                  <a:lnTo>
                    <a:pt x="163753" y="828014"/>
                  </a:lnTo>
                  <a:lnTo>
                    <a:pt x="161112" y="829627"/>
                  </a:lnTo>
                  <a:lnTo>
                    <a:pt x="158457" y="826795"/>
                  </a:lnTo>
                  <a:lnTo>
                    <a:pt x="156273" y="826338"/>
                  </a:lnTo>
                  <a:lnTo>
                    <a:pt x="156273" y="834072"/>
                  </a:lnTo>
                  <a:lnTo>
                    <a:pt x="155448" y="833094"/>
                  </a:lnTo>
                  <a:lnTo>
                    <a:pt x="156006" y="832764"/>
                  </a:lnTo>
                  <a:lnTo>
                    <a:pt x="156273" y="834072"/>
                  </a:lnTo>
                  <a:lnTo>
                    <a:pt x="156273" y="826338"/>
                  </a:lnTo>
                  <a:lnTo>
                    <a:pt x="154825" y="826033"/>
                  </a:lnTo>
                  <a:lnTo>
                    <a:pt x="150799" y="826998"/>
                  </a:lnTo>
                  <a:lnTo>
                    <a:pt x="149085" y="825080"/>
                  </a:lnTo>
                  <a:lnTo>
                    <a:pt x="146519" y="823658"/>
                  </a:lnTo>
                  <a:lnTo>
                    <a:pt x="144005" y="825207"/>
                  </a:lnTo>
                  <a:lnTo>
                    <a:pt x="142836" y="824433"/>
                  </a:lnTo>
                  <a:lnTo>
                    <a:pt x="141668" y="823658"/>
                  </a:lnTo>
                  <a:lnTo>
                    <a:pt x="140335" y="822985"/>
                  </a:lnTo>
                  <a:lnTo>
                    <a:pt x="139471" y="822553"/>
                  </a:lnTo>
                  <a:lnTo>
                    <a:pt x="139471" y="826490"/>
                  </a:lnTo>
                  <a:lnTo>
                    <a:pt x="138188" y="825779"/>
                  </a:lnTo>
                  <a:lnTo>
                    <a:pt x="137744" y="826058"/>
                  </a:lnTo>
                  <a:lnTo>
                    <a:pt x="136791" y="825144"/>
                  </a:lnTo>
                  <a:lnTo>
                    <a:pt x="137185" y="824915"/>
                  </a:lnTo>
                  <a:lnTo>
                    <a:pt x="138239" y="825741"/>
                  </a:lnTo>
                  <a:lnTo>
                    <a:pt x="139471" y="826490"/>
                  </a:lnTo>
                  <a:lnTo>
                    <a:pt x="139471" y="822553"/>
                  </a:lnTo>
                  <a:lnTo>
                    <a:pt x="139001" y="822312"/>
                  </a:lnTo>
                  <a:lnTo>
                    <a:pt x="136359" y="823925"/>
                  </a:lnTo>
                  <a:lnTo>
                    <a:pt x="135356" y="823036"/>
                  </a:lnTo>
                  <a:lnTo>
                    <a:pt x="134086" y="822337"/>
                  </a:lnTo>
                  <a:lnTo>
                    <a:pt x="132842" y="823087"/>
                  </a:lnTo>
                  <a:lnTo>
                    <a:pt x="125006" y="818946"/>
                  </a:lnTo>
                  <a:lnTo>
                    <a:pt x="116751" y="816546"/>
                  </a:lnTo>
                  <a:lnTo>
                    <a:pt x="108597" y="817067"/>
                  </a:lnTo>
                  <a:lnTo>
                    <a:pt x="102971" y="814552"/>
                  </a:lnTo>
                  <a:lnTo>
                    <a:pt x="97459" y="811961"/>
                  </a:lnTo>
                  <a:lnTo>
                    <a:pt x="91262" y="812774"/>
                  </a:lnTo>
                  <a:lnTo>
                    <a:pt x="88366" y="810082"/>
                  </a:lnTo>
                  <a:lnTo>
                    <a:pt x="84302" y="809586"/>
                  </a:lnTo>
                  <a:lnTo>
                    <a:pt x="80454" y="808964"/>
                  </a:lnTo>
                  <a:lnTo>
                    <a:pt x="63995" y="802652"/>
                  </a:lnTo>
                  <a:lnTo>
                    <a:pt x="47231" y="796518"/>
                  </a:lnTo>
                  <a:lnTo>
                    <a:pt x="37376" y="792124"/>
                  </a:lnTo>
                  <a:lnTo>
                    <a:pt x="30327" y="788987"/>
                  </a:lnTo>
                  <a:lnTo>
                    <a:pt x="21247" y="784123"/>
                  </a:lnTo>
                  <a:lnTo>
                    <a:pt x="14757" y="780643"/>
                  </a:lnTo>
                  <a:lnTo>
                    <a:pt x="13182" y="789038"/>
                  </a:lnTo>
                  <a:lnTo>
                    <a:pt x="4330" y="792962"/>
                  </a:lnTo>
                  <a:lnTo>
                    <a:pt x="7734" y="801306"/>
                  </a:lnTo>
                  <a:lnTo>
                    <a:pt x="7607" y="802868"/>
                  </a:lnTo>
                  <a:lnTo>
                    <a:pt x="8153" y="804024"/>
                  </a:lnTo>
                  <a:lnTo>
                    <a:pt x="9321" y="804799"/>
                  </a:lnTo>
                  <a:lnTo>
                    <a:pt x="8280" y="809891"/>
                  </a:lnTo>
                  <a:lnTo>
                    <a:pt x="0" y="811987"/>
                  </a:lnTo>
                  <a:lnTo>
                    <a:pt x="2794" y="819200"/>
                  </a:lnTo>
                  <a:lnTo>
                    <a:pt x="47853" y="863104"/>
                  </a:lnTo>
                  <a:lnTo>
                    <a:pt x="101981" y="882129"/>
                  </a:lnTo>
                  <a:lnTo>
                    <a:pt x="180822" y="902423"/>
                  </a:lnTo>
                  <a:lnTo>
                    <a:pt x="231521" y="911631"/>
                  </a:lnTo>
                  <a:lnTo>
                    <a:pt x="282841" y="918972"/>
                  </a:lnTo>
                  <a:lnTo>
                    <a:pt x="333451" y="922274"/>
                  </a:lnTo>
                  <a:lnTo>
                    <a:pt x="385318" y="924826"/>
                  </a:lnTo>
                  <a:lnTo>
                    <a:pt x="436422" y="923366"/>
                  </a:lnTo>
                  <a:lnTo>
                    <a:pt x="488086" y="920076"/>
                  </a:lnTo>
                  <a:lnTo>
                    <a:pt x="540283" y="914984"/>
                  </a:lnTo>
                  <a:lnTo>
                    <a:pt x="591058" y="906272"/>
                  </a:lnTo>
                  <a:lnTo>
                    <a:pt x="641375" y="896378"/>
                  </a:lnTo>
                  <a:lnTo>
                    <a:pt x="690537" y="884199"/>
                  </a:lnTo>
                  <a:lnTo>
                    <a:pt x="738555" y="869746"/>
                  </a:lnTo>
                  <a:lnTo>
                    <a:pt x="784771" y="851928"/>
                  </a:lnTo>
                  <a:lnTo>
                    <a:pt x="830491" y="832916"/>
                  </a:lnTo>
                  <a:lnTo>
                    <a:pt x="875728" y="812723"/>
                  </a:lnTo>
                  <a:lnTo>
                    <a:pt x="919137" y="789178"/>
                  </a:lnTo>
                  <a:lnTo>
                    <a:pt x="962063" y="764451"/>
                  </a:lnTo>
                  <a:lnTo>
                    <a:pt x="1003820" y="737438"/>
                  </a:lnTo>
                  <a:lnTo>
                    <a:pt x="1044422" y="708177"/>
                  </a:lnTo>
                  <a:lnTo>
                    <a:pt x="1084516" y="677722"/>
                  </a:lnTo>
                  <a:lnTo>
                    <a:pt x="1123442" y="645020"/>
                  </a:lnTo>
                  <a:lnTo>
                    <a:pt x="1161199" y="610044"/>
                  </a:lnTo>
                  <a:lnTo>
                    <a:pt x="1195590" y="577126"/>
                  </a:lnTo>
                  <a:lnTo>
                    <a:pt x="1228090" y="542378"/>
                  </a:lnTo>
                  <a:lnTo>
                    <a:pt x="1288999" y="469455"/>
                  </a:lnTo>
                  <a:lnTo>
                    <a:pt x="1317523" y="431190"/>
                  </a:lnTo>
                  <a:lnTo>
                    <a:pt x="1372349" y="353047"/>
                  </a:lnTo>
                  <a:lnTo>
                    <a:pt x="1399667" y="312547"/>
                  </a:lnTo>
                  <a:lnTo>
                    <a:pt x="1425943" y="271195"/>
                  </a:lnTo>
                  <a:lnTo>
                    <a:pt x="1451381" y="228854"/>
                  </a:lnTo>
                  <a:lnTo>
                    <a:pt x="1477530" y="187579"/>
                  </a:lnTo>
                  <a:lnTo>
                    <a:pt x="1477606" y="184556"/>
                  </a:lnTo>
                  <a:lnTo>
                    <a:pt x="1478292" y="182651"/>
                  </a:lnTo>
                  <a:lnTo>
                    <a:pt x="1478368" y="179628"/>
                  </a:lnTo>
                  <a:lnTo>
                    <a:pt x="1480845" y="178117"/>
                  </a:lnTo>
                  <a:lnTo>
                    <a:pt x="1482928" y="175361"/>
                  </a:lnTo>
                  <a:lnTo>
                    <a:pt x="1485607" y="175209"/>
                  </a:lnTo>
                  <a:lnTo>
                    <a:pt x="1487893" y="175298"/>
                  </a:lnTo>
                  <a:lnTo>
                    <a:pt x="1488160" y="178117"/>
                  </a:lnTo>
                  <a:lnTo>
                    <a:pt x="1487017" y="180289"/>
                  </a:lnTo>
                  <a:lnTo>
                    <a:pt x="1487678" y="199237"/>
                  </a:lnTo>
                  <a:lnTo>
                    <a:pt x="1486522" y="217805"/>
                  </a:lnTo>
                  <a:lnTo>
                    <a:pt x="1484477" y="236918"/>
                  </a:lnTo>
                  <a:lnTo>
                    <a:pt x="1481150" y="255320"/>
                  </a:lnTo>
                  <a:lnTo>
                    <a:pt x="1479296" y="268363"/>
                  </a:lnTo>
                  <a:lnTo>
                    <a:pt x="1478089" y="281000"/>
                  </a:lnTo>
                  <a:lnTo>
                    <a:pt x="1478419" y="294195"/>
                  </a:lnTo>
                  <a:lnTo>
                    <a:pt x="1479880" y="306705"/>
                  </a:lnTo>
                  <a:lnTo>
                    <a:pt x="1478927" y="332574"/>
                  </a:lnTo>
                  <a:lnTo>
                    <a:pt x="1485658" y="353771"/>
                  </a:lnTo>
                  <a:lnTo>
                    <a:pt x="1499311" y="369239"/>
                  </a:lnTo>
                  <a:lnTo>
                    <a:pt x="1520494" y="380111"/>
                  </a:lnTo>
                  <a:lnTo>
                    <a:pt x="1547850" y="333629"/>
                  </a:lnTo>
                  <a:lnTo>
                    <a:pt x="1564398" y="284822"/>
                  </a:lnTo>
                  <a:lnTo>
                    <a:pt x="1572653" y="233641"/>
                  </a:lnTo>
                  <a:lnTo>
                    <a:pt x="1575168" y="180022"/>
                  </a:lnTo>
                  <a:lnTo>
                    <a:pt x="1575981" y="160172"/>
                  </a:lnTo>
                  <a:lnTo>
                    <a:pt x="1577111" y="140131"/>
                  </a:lnTo>
                  <a:lnTo>
                    <a:pt x="1579092" y="121069"/>
                  </a:lnTo>
                  <a:lnTo>
                    <a:pt x="1579410" y="116408"/>
                  </a:lnTo>
                  <a:lnTo>
                    <a:pt x="1580451" y="100888"/>
                  </a:lnTo>
                  <a:lnTo>
                    <a:pt x="1582204" y="65595"/>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141" name="Google Shape;141;p12"/>
          <p:cNvSpPr txBox="1">
            <a:spLocks noGrp="1"/>
          </p:cNvSpPr>
          <p:nvPr>
            <p:ph type="title"/>
          </p:nvPr>
        </p:nvSpPr>
        <p:spPr>
          <a:xfrm>
            <a:off x="2622709" y="620725"/>
            <a:ext cx="4735195" cy="1644650"/>
          </a:xfrm>
          <a:prstGeom prst="rect">
            <a:avLst/>
          </a:prstGeom>
          <a:noFill/>
          <a:ln>
            <a:noFill/>
          </a:ln>
        </p:spPr>
        <p:txBody>
          <a:bodyPr spcFirstLastPara="1" wrap="square" lIns="0" tIns="11425" rIns="0" bIns="0" anchor="t" anchorCtr="0">
            <a:spAutoFit/>
          </a:bodyPr>
          <a:lstStyle/>
          <a:p>
            <a:pPr marL="384175" marR="5080" lvl="0" indent="-372110" algn="l" rtl="0">
              <a:lnSpc>
                <a:spcPct val="115500"/>
              </a:lnSpc>
              <a:spcBef>
                <a:spcPts val="0"/>
              </a:spcBef>
              <a:spcAft>
                <a:spcPts val="0"/>
              </a:spcAft>
              <a:buNone/>
            </a:pPr>
            <a:r>
              <a:rPr lang="en-US" sz="4600"/>
              <a:t>CONFLUENCE	VS.  COMPETITORS</a:t>
            </a:r>
            <a:endParaRPr sz="4600"/>
          </a:p>
        </p:txBody>
      </p:sp>
      <p:sp>
        <p:nvSpPr>
          <p:cNvPr id="142" name="Google Shape;142;p12"/>
          <p:cNvSpPr txBox="1"/>
          <p:nvPr/>
        </p:nvSpPr>
        <p:spPr>
          <a:xfrm>
            <a:off x="4755773" y="7113758"/>
            <a:ext cx="1941195" cy="43815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700">
                <a:solidFill>
                  <a:srgbClr val="231F20"/>
                </a:solidFill>
                <a:latin typeface="Trebuchet MS"/>
                <a:ea typeface="Trebuchet MS"/>
                <a:cs typeface="Trebuchet MS"/>
                <a:sym typeface="Trebuchet MS"/>
              </a:rPr>
              <a:t>EASE OF USE</a:t>
            </a:r>
            <a:endParaRPr sz="2700">
              <a:latin typeface="Trebuchet MS"/>
              <a:ea typeface="Trebuchet MS"/>
              <a:cs typeface="Trebuchet MS"/>
              <a:sym typeface="Trebuchet MS"/>
            </a:endParaRPr>
          </a:p>
        </p:txBody>
      </p:sp>
      <p:sp>
        <p:nvSpPr>
          <p:cNvPr id="143" name="Google Shape;143;p12"/>
          <p:cNvSpPr txBox="1"/>
          <p:nvPr/>
        </p:nvSpPr>
        <p:spPr>
          <a:xfrm>
            <a:off x="5009282" y="5096515"/>
            <a:ext cx="1433830" cy="963294"/>
          </a:xfrm>
          <a:prstGeom prst="rect">
            <a:avLst/>
          </a:prstGeom>
          <a:noFill/>
          <a:ln>
            <a:noFill/>
          </a:ln>
        </p:spPr>
        <p:txBody>
          <a:bodyPr spcFirstLastPara="1" wrap="square" lIns="0" tIns="12700" rIns="0" bIns="0" anchor="t" anchorCtr="0">
            <a:spAutoFit/>
          </a:bodyPr>
          <a:lstStyle/>
          <a:p>
            <a:pPr marL="12700" marR="5080" lvl="0" indent="0" algn="ctr" rtl="0">
              <a:lnSpc>
                <a:spcPct val="113900"/>
              </a:lnSpc>
              <a:spcBef>
                <a:spcPts val="0"/>
              </a:spcBef>
              <a:spcAft>
                <a:spcPts val="0"/>
              </a:spcAft>
              <a:buNone/>
            </a:pPr>
            <a:r>
              <a:rPr lang="en-US" sz="1800">
                <a:solidFill>
                  <a:srgbClr val="0F0E0D"/>
                </a:solidFill>
                <a:latin typeface="Tahoma"/>
                <a:ea typeface="Tahoma"/>
                <a:cs typeface="Tahoma"/>
                <a:sym typeface="Tahoma"/>
              </a:rPr>
              <a:t>Intuitive and  user-friendly  interface</a:t>
            </a:r>
            <a:endParaRPr sz="1800">
              <a:latin typeface="Tahoma"/>
              <a:ea typeface="Tahoma"/>
              <a:cs typeface="Tahoma"/>
              <a:sym typeface="Tahoma"/>
            </a:endParaRPr>
          </a:p>
        </p:txBody>
      </p:sp>
      <p:sp>
        <p:nvSpPr>
          <p:cNvPr id="144" name="Google Shape;144;p12"/>
          <p:cNvSpPr txBox="1"/>
          <p:nvPr/>
        </p:nvSpPr>
        <p:spPr>
          <a:xfrm>
            <a:off x="9644436" y="7912941"/>
            <a:ext cx="1784985" cy="1225550"/>
          </a:xfrm>
          <a:prstGeom prst="rect">
            <a:avLst/>
          </a:prstGeom>
          <a:noFill/>
          <a:ln>
            <a:noFill/>
          </a:ln>
        </p:spPr>
        <p:txBody>
          <a:bodyPr spcFirstLastPara="1" wrap="square" lIns="0" tIns="12700" rIns="0" bIns="0" anchor="t" anchorCtr="0">
            <a:spAutoFit/>
          </a:bodyPr>
          <a:lstStyle/>
          <a:p>
            <a:pPr marL="316230" marR="41275" lvl="0" indent="-267335" algn="l" rtl="0">
              <a:lnSpc>
                <a:spcPct val="114100"/>
              </a:lnSpc>
              <a:spcBef>
                <a:spcPts val="0"/>
              </a:spcBef>
              <a:spcAft>
                <a:spcPts val="0"/>
              </a:spcAft>
              <a:buNone/>
            </a:pPr>
            <a:r>
              <a:rPr lang="en-US" sz="2300">
                <a:solidFill>
                  <a:srgbClr val="231F20"/>
                </a:solidFill>
                <a:latin typeface="Trebuchet MS"/>
                <a:ea typeface="Trebuchet MS"/>
                <a:cs typeface="Trebuchet MS"/>
                <a:sym typeface="Trebuchet MS"/>
              </a:rPr>
              <a:t>STRUCTURED  CONTENT</a:t>
            </a:r>
            <a:endParaRPr sz="2300">
              <a:latin typeface="Trebuchet MS"/>
              <a:ea typeface="Trebuchet MS"/>
              <a:cs typeface="Trebuchet MS"/>
              <a:sym typeface="Trebuchet MS"/>
            </a:endParaRPr>
          </a:p>
          <a:p>
            <a:pPr marL="12700" marR="0" lvl="0" indent="0" algn="l" rtl="0">
              <a:lnSpc>
                <a:spcPct val="100000"/>
              </a:lnSpc>
              <a:spcBef>
                <a:spcPts val="390"/>
              </a:spcBef>
              <a:spcAft>
                <a:spcPts val="0"/>
              </a:spcAft>
              <a:buNone/>
            </a:pPr>
            <a:r>
              <a:rPr lang="en-US" sz="2300">
                <a:solidFill>
                  <a:srgbClr val="231F20"/>
                </a:solidFill>
                <a:latin typeface="Trebuchet MS"/>
                <a:ea typeface="Trebuchet MS"/>
                <a:cs typeface="Trebuchet MS"/>
                <a:sym typeface="Trebuchet MS"/>
              </a:rPr>
              <a:t>MANAGEMENT</a:t>
            </a:r>
            <a:endParaRPr sz="2300">
              <a:latin typeface="Trebuchet MS"/>
              <a:ea typeface="Trebuchet MS"/>
              <a:cs typeface="Trebuchet MS"/>
              <a:sym typeface="Trebuchet MS"/>
            </a:endParaRPr>
          </a:p>
        </p:txBody>
      </p:sp>
      <p:sp>
        <p:nvSpPr>
          <p:cNvPr id="145" name="Google Shape;145;p12"/>
          <p:cNvSpPr txBox="1"/>
          <p:nvPr/>
        </p:nvSpPr>
        <p:spPr>
          <a:xfrm>
            <a:off x="9767893" y="5284198"/>
            <a:ext cx="1560195" cy="2353310"/>
          </a:xfrm>
          <a:prstGeom prst="rect">
            <a:avLst/>
          </a:prstGeom>
          <a:noFill/>
          <a:ln>
            <a:noFill/>
          </a:ln>
        </p:spPr>
        <p:txBody>
          <a:bodyPr spcFirstLastPara="1" wrap="square" lIns="0" tIns="12050" rIns="0" bIns="0" anchor="t" anchorCtr="0">
            <a:spAutoFit/>
          </a:bodyPr>
          <a:lstStyle/>
          <a:p>
            <a:pPr marL="12700" marR="5080" lvl="0" indent="0" algn="ctr" rtl="0">
              <a:lnSpc>
                <a:spcPct val="115700"/>
              </a:lnSpc>
              <a:spcBef>
                <a:spcPts val="0"/>
              </a:spcBef>
              <a:spcAft>
                <a:spcPts val="0"/>
              </a:spcAft>
              <a:buNone/>
            </a:pPr>
            <a:r>
              <a:rPr lang="en-US" sz="1650">
                <a:solidFill>
                  <a:srgbClr val="0F0E0D"/>
                </a:solidFill>
                <a:latin typeface="Tahoma"/>
                <a:ea typeface="Tahoma"/>
                <a:cs typeface="Tahoma"/>
                <a:sym typeface="Tahoma"/>
              </a:rPr>
              <a:t>Ideal for  organizing  and managing  project plans,  documentatio  n, and other  structured  content</a:t>
            </a:r>
            <a:endParaRPr sz="1650">
              <a:latin typeface="Tahoma"/>
              <a:ea typeface="Tahoma"/>
              <a:cs typeface="Tahoma"/>
              <a:sym typeface="Tahoma"/>
            </a:endParaRPr>
          </a:p>
        </p:txBody>
      </p:sp>
      <p:sp>
        <p:nvSpPr>
          <p:cNvPr id="146" name="Google Shape;146;p12"/>
          <p:cNvSpPr txBox="1"/>
          <p:nvPr/>
        </p:nvSpPr>
        <p:spPr>
          <a:xfrm>
            <a:off x="13241413" y="6375487"/>
            <a:ext cx="2542540" cy="43815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700">
                <a:solidFill>
                  <a:srgbClr val="231F20"/>
                </a:solidFill>
                <a:latin typeface="Trebuchet MS"/>
                <a:ea typeface="Trebuchet MS"/>
                <a:cs typeface="Trebuchet MS"/>
                <a:sym typeface="Trebuchet MS"/>
              </a:rPr>
              <a:t>COLLABORATION</a:t>
            </a:r>
            <a:endParaRPr sz="2700">
              <a:latin typeface="Trebuchet MS"/>
              <a:ea typeface="Trebuchet MS"/>
              <a:cs typeface="Trebuchet MS"/>
              <a:sym typeface="Trebuchet MS"/>
            </a:endParaRPr>
          </a:p>
        </p:txBody>
      </p:sp>
      <p:sp>
        <p:nvSpPr>
          <p:cNvPr id="147" name="Google Shape;147;p12"/>
          <p:cNvSpPr txBox="1"/>
          <p:nvPr/>
        </p:nvSpPr>
        <p:spPr>
          <a:xfrm>
            <a:off x="13754234" y="3811025"/>
            <a:ext cx="1494155" cy="2061845"/>
          </a:xfrm>
          <a:prstGeom prst="rect">
            <a:avLst/>
          </a:prstGeom>
          <a:noFill/>
          <a:ln>
            <a:noFill/>
          </a:ln>
        </p:spPr>
        <p:txBody>
          <a:bodyPr spcFirstLastPara="1" wrap="square" lIns="0" tIns="12050" rIns="0" bIns="0" anchor="t" anchorCtr="0">
            <a:spAutoFit/>
          </a:bodyPr>
          <a:lstStyle/>
          <a:p>
            <a:pPr marL="12065" marR="5080" lvl="0" indent="0" algn="ctr" rtl="0">
              <a:lnSpc>
                <a:spcPct val="115700"/>
              </a:lnSpc>
              <a:spcBef>
                <a:spcPts val="0"/>
              </a:spcBef>
              <a:spcAft>
                <a:spcPts val="0"/>
              </a:spcAft>
              <a:buNone/>
            </a:pPr>
            <a:r>
              <a:rPr lang="en-US" sz="1650">
                <a:solidFill>
                  <a:srgbClr val="0F0E0D"/>
                </a:solidFill>
                <a:latin typeface="Tahoma"/>
                <a:ea typeface="Tahoma"/>
                <a:cs typeface="Tahoma"/>
                <a:sym typeface="Tahoma"/>
              </a:rPr>
              <a:t>Facilitates  seamless  team  collaboration  with real-time  editing and  commenting</a:t>
            </a:r>
            <a:endParaRPr sz="1650">
              <a:latin typeface="Tahoma"/>
              <a:ea typeface="Tahoma"/>
              <a:cs typeface="Tahoma"/>
              <a:sym typeface="Tahoma"/>
            </a:endParaRPr>
          </a:p>
        </p:txBody>
      </p:sp>
      <p:sp>
        <p:nvSpPr>
          <p:cNvPr id="148" name="Google Shape;148;p12"/>
          <p:cNvSpPr/>
          <p:nvPr/>
        </p:nvSpPr>
        <p:spPr>
          <a:xfrm>
            <a:off x="7356538" y="7137603"/>
            <a:ext cx="1594485" cy="906780"/>
          </a:xfrm>
          <a:custGeom>
            <a:avLst/>
            <a:gdLst/>
            <a:ahLst/>
            <a:cxnLst/>
            <a:rect l="l" t="t" r="r" b="b"/>
            <a:pathLst>
              <a:path w="1594484" h="906779" extrusionOk="0">
                <a:moveTo>
                  <a:pt x="168706" y="97612"/>
                </a:moveTo>
                <a:lnTo>
                  <a:pt x="165379" y="98602"/>
                </a:lnTo>
                <a:lnTo>
                  <a:pt x="160121" y="98450"/>
                </a:lnTo>
                <a:lnTo>
                  <a:pt x="160794" y="98856"/>
                </a:lnTo>
                <a:lnTo>
                  <a:pt x="163461" y="100418"/>
                </a:lnTo>
                <a:lnTo>
                  <a:pt x="166166" y="99072"/>
                </a:lnTo>
                <a:lnTo>
                  <a:pt x="168706" y="97612"/>
                </a:lnTo>
                <a:close/>
              </a:path>
              <a:path w="1594484" h="906779" extrusionOk="0">
                <a:moveTo>
                  <a:pt x="1594205" y="839520"/>
                </a:moveTo>
                <a:lnTo>
                  <a:pt x="1591868" y="804252"/>
                </a:lnTo>
                <a:lnTo>
                  <a:pt x="1590573" y="788758"/>
                </a:lnTo>
                <a:lnTo>
                  <a:pt x="1590192" y="784110"/>
                </a:lnTo>
                <a:lnTo>
                  <a:pt x="1587906" y="765073"/>
                </a:lnTo>
                <a:lnTo>
                  <a:pt x="1586433" y="745058"/>
                </a:lnTo>
                <a:lnTo>
                  <a:pt x="1585290" y="725220"/>
                </a:lnTo>
                <a:lnTo>
                  <a:pt x="1581912" y="671652"/>
                </a:lnTo>
                <a:lnTo>
                  <a:pt x="1572818" y="620610"/>
                </a:lnTo>
                <a:lnTo>
                  <a:pt x="1555470" y="572084"/>
                </a:lnTo>
                <a:lnTo>
                  <a:pt x="1527352" y="526059"/>
                </a:lnTo>
                <a:lnTo>
                  <a:pt x="1506359" y="537273"/>
                </a:lnTo>
                <a:lnTo>
                  <a:pt x="1492948" y="552970"/>
                </a:lnTo>
                <a:lnTo>
                  <a:pt x="1486573" y="574268"/>
                </a:lnTo>
                <a:lnTo>
                  <a:pt x="1487944" y="600125"/>
                </a:lnTo>
                <a:lnTo>
                  <a:pt x="1486700" y="612648"/>
                </a:lnTo>
                <a:lnTo>
                  <a:pt x="1486573" y="625843"/>
                </a:lnTo>
                <a:lnTo>
                  <a:pt x="1487995" y="638467"/>
                </a:lnTo>
                <a:lnTo>
                  <a:pt x="1490065" y="651484"/>
                </a:lnTo>
                <a:lnTo>
                  <a:pt x="1493685" y="669823"/>
                </a:lnTo>
                <a:lnTo>
                  <a:pt x="1496047" y="688898"/>
                </a:lnTo>
                <a:lnTo>
                  <a:pt x="1497507" y="707440"/>
                </a:lnTo>
                <a:lnTo>
                  <a:pt x="1497164" y="726401"/>
                </a:lnTo>
                <a:lnTo>
                  <a:pt x="1498333" y="728560"/>
                </a:lnTo>
                <a:lnTo>
                  <a:pt x="1498117" y="731380"/>
                </a:lnTo>
                <a:lnTo>
                  <a:pt x="1495894" y="731545"/>
                </a:lnTo>
                <a:lnTo>
                  <a:pt x="1493151" y="731405"/>
                </a:lnTo>
                <a:lnTo>
                  <a:pt x="1491018" y="728675"/>
                </a:lnTo>
                <a:lnTo>
                  <a:pt x="1488528" y="727202"/>
                </a:lnTo>
                <a:lnTo>
                  <a:pt x="1488389" y="724179"/>
                </a:lnTo>
                <a:lnTo>
                  <a:pt x="1487678" y="722287"/>
                </a:lnTo>
                <a:lnTo>
                  <a:pt x="1487551" y="719264"/>
                </a:lnTo>
                <a:lnTo>
                  <a:pt x="1460728" y="678421"/>
                </a:lnTo>
                <a:lnTo>
                  <a:pt x="1434592" y="636511"/>
                </a:lnTo>
                <a:lnTo>
                  <a:pt x="1407642" y="595591"/>
                </a:lnTo>
                <a:lnTo>
                  <a:pt x="1379677" y="555548"/>
                </a:lnTo>
                <a:lnTo>
                  <a:pt x="1323581" y="478307"/>
                </a:lnTo>
                <a:lnTo>
                  <a:pt x="1298587" y="445909"/>
                </a:lnTo>
                <a:lnTo>
                  <a:pt x="1232331" y="368592"/>
                </a:lnTo>
                <a:lnTo>
                  <a:pt x="1199261" y="334391"/>
                </a:lnTo>
                <a:lnTo>
                  <a:pt x="1164336" y="302044"/>
                </a:lnTo>
                <a:lnTo>
                  <a:pt x="1126020" y="267690"/>
                </a:lnTo>
                <a:lnTo>
                  <a:pt x="1086561" y="235623"/>
                </a:lnTo>
                <a:lnTo>
                  <a:pt x="1045972" y="205828"/>
                </a:lnTo>
                <a:lnTo>
                  <a:pt x="1004900" y="177228"/>
                </a:lnTo>
                <a:lnTo>
                  <a:pt x="962710" y="150914"/>
                </a:lnTo>
                <a:lnTo>
                  <a:pt x="919391" y="126885"/>
                </a:lnTo>
                <a:lnTo>
                  <a:pt x="875588" y="104051"/>
                </a:lnTo>
                <a:lnTo>
                  <a:pt x="830033" y="84607"/>
                </a:lnTo>
                <a:lnTo>
                  <a:pt x="784009" y="66344"/>
                </a:lnTo>
                <a:lnTo>
                  <a:pt x="737501" y="49288"/>
                </a:lnTo>
                <a:lnTo>
                  <a:pt x="689254" y="35623"/>
                </a:lnTo>
                <a:lnTo>
                  <a:pt x="639902" y="24257"/>
                </a:lnTo>
                <a:lnTo>
                  <a:pt x="589432" y="15176"/>
                </a:lnTo>
                <a:lnTo>
                  <a:pt x="538518" y="7302"/>
                </a:lnTo>
                <a:lnTo>
                  <a:pt x="486244" y="3060"/>
                </a:lnTo>
                <a:lnTo>
                  <a:pt x="434543" y="622"/>
                </a:lnTo>
                <a:lnTo>
                  <a:pt x="383413" y="0"/>
                </a:lnTo>
                <a:lnTo>
                  <a:pt x="331597" y="3390"/>
                </a:lnTo>
                <a:lnTo>
                  <a:pt x="328371" y="3657"/>
                </a:lnTo>
                <a:lnTo>
                  <a:pt x="328371" y="67818"/>
                </a:lnTo>
                <a:lnTo>
                  <a:pt x="307873" y="55753"/>
                </a:lnTo>
                <a:lnTo>
                  <a:pt x="308267" y="55981"/>
                </a:lnTo>
                <a:lnTo>
                  <a:pt x="328371" y="67818"/>
                </a:lnTo>
                <a:lnTo>
                  <a:pt x="328371" y="3657"/>
                </a:lnTo>
                <a:lnTo>
                  <a:pt x="303453" y="5702"/>
                </a:lnTo>
                <a:lnTo>
                  <a:pt x="303453" y="56108"/>
                </a:lnTo>
                <a:lnTo>
                  <a:pt x="303161" y="55930"/>
                </a:lnTo>
                <a:lnTo>
                  <a:pt x="303352" y="56032"/>
                </a:lnTo>
                <a:lnTo>
                  <a:pt x="303453" y="5702"/>
                </a:lnTo>
                <a:lnTo>
                  <a:pt x="281051" y="7531"/>
                </a:lnTo>
                <a:lnTo>
                  <a:pt x="229844" y="15709"/>
                </a:lnTo>
                <a:lnTo>
                  <a:pt x="179311" y="25742"/>
                </a:lnTo>
                <a:lnTo>
                  <a:pt x="155892" y="31788"/>
                </a:lnTo>
                <a:lnTo>
                  <a:pt x="155892" y="94488"/>
                </a:lnTo>
                <a:lnTo>
                  <a:pt x="155638" y="95821"/>
                </a:lnTo>
                <a:lnTo>
                  <a:pt x="155079" y="95491"/>
                </a:lnTo>
                <a:lnTo>
                  <a:pt x="155892" y="94488"/>
                </a:lnTo>
                <a:lnTo>
                  <a:pt x="155892" y="31788"/>
                </a:lnTo>
                <a:lnTo>
                  <a:pt x="100812" y="47332"/>
                </a:lnTo>
                <a:lnTo>
                  <a:pt x="47002" y="67233"/>
                </a:lnTo>
                <a:lnTo>
                  <a:pt x="11925" y="86372"/>
                </a:lnTo>
                <a:lnTo>
                  <a:pt x="1930" y="101117"/>
                </a:lnTo>
                <a:lnTo>
                  <a:pt x="2667" y="111874"/>
                </a:lnTo>
                <a:lnTo>
                  <a:pt x="0" y="119138"/>
                </a:lnTo>
                <a:lnTo>
                  <a:pt x="8305" y="121081"/>
                </a:lnTo>
                <a:lnTo>
                  <a:pt x="9436" y="126174"/>
                </a:lnTo>
                <a:lnTo>
                  <a:pt x="8280" y="126961"/>
                </a:lnTo>
                <a:lnTo>
                  <a:pt x="7747" y="128130"/>
                </a:lnTo>
                <a:lnTo>
                  <a:pt x="7899" y="129692"/>
                </a:lnTo>
                <a:lnTo>
                  <a:pt x="4635" y="138087"/>
                </a:lnTo>
                <a:lnTo>
                  <a:pt x="13550" y="141859"/>
                </a:lnTo>
                <a:lnTo>
                  <a:pt x="15265" y="150228"/>
                </a:lnTo>
                <a:lnTo>
                  <a:pt x="21691" y="146646"/>
                </a:lnTo>
                <a:lnTo>
                  <a:pt x="30695" y="141630"/>
                </a:lnTo>
                <a:lnTo>
                  <a:pt x="37693" y="138379"/>
                </a:lnTo>
                <a:lnTo>
                  <a:pt x="47472" y="133832"/>
                </a:lnTo>
                <a:lnTo>
                  <a:pt x="64135" y="127419"/>
                </a:lnTo>
                <a:lnTo>
                  <a:pt x="80479" y="120840"/>
                </a:lnTo>
                <a:lnTo>
                  <a:pt x="84328" y="120154"/>
                </a:lnTo>
                <a:lnTo>
                  <a:pt x="88392" y="119595"/>
                </a:lnTo>
                <a:lnTo>
                  <a:pt x="91224" y="116852"/>
                </a:lnTo>
                <a:lnTo>
                  <a:pt x="97447" y="117563"/>
                </a:lnTo>
                <a:lnTo>
                  <a:pt x="102908" y="114884"/>
                </a:lnTo>
                <a:lnTo>
                  <a:pt x="108496" y="112268"/>
                </a:lnTo>
                <a:lnTo>
                  <a:pt x="116662" y="112661"/>
                </a:lnTo>
                <a:lnTo>
                  <a:pt x="124866" y="110121"/>
                </a:lnTo>
                <a:lnTo>
                  <a:pt x="132638" y="105854"/>
                </a:lnTo>
                <a:lnTo>
                  <a:pt x="133883" y="106591"/>
                </a:lnTo>
                <a:lnTo>
                  <a:pt x="135153" y="105867"/>
                </a:lnTo>
                <a:lnTo>
                  <a:pt x="136144" y="104965"/>
                </a:lnTo>
                <a:lnTo>
                  <a:pt x="138798" y="106540"/>
                </a:lnTo>
                <a:lnTo>
                  <a:pt x="140131" y="105841"/>
                </a:lnTo>
                <a:lnTo>
                  <a:pt x="136563" y="103746"/>
                </a:lnTo>
                <a:lnTo>
                  <a:pt x="137490" y="102819"/>
                </a:lnTo>
                <a:lnTo>
                  <a:pt x="137934" y="103085"/>
                </a:lnTo>
                <a:lnTo>
                  <a:pt x="139204" y="102349"/>
                </a:lnTo>
                <a:lnTo>
                  <a:pt x="137998" y="103111"/>
                </a:lnTo>
                <a:lnTo>
                  <a:pt x="136956" y="103974"/>
                </a:lnTo>
                <a:lnTo>
                  <a:pt x="140131" y="105841"/>
                </a:lnTo>
                <a:lnTo>
                  <a:pt x="141452" y="105143"/>
                </a:lnTo>
                <a:lnTo>
                  <a:pt x="142608" y="104355"/>
                </a:lnTo>
                <a:lnTo>
                  <a:pt x="143764" y="103555"/>
                </a:lnTo>
                <a:lnTo>
                  <a:pt x="146316" y="105067"/>
                </a:lnTo>
                <a:lnTo>
                  <a:pt x="148844" y="103606"/>
                </a:lnTo>
                <a:lnTo>
                  <a:pt x="150533" y="101650"/>
                </a:lnTo>
                <a:lnTo>
                  <a:pt x="154571" y="102552"/>
                </a:lnTo>
                <a:lnTo>
                  <a:pt x="158191" y="101739"/>
                </a:lnTo>
                <a:lnTo>
                  <a:pt x="160794" y="98856"/>
                </a:lnTo>
                <a:lnTo>
                  <a:pt x="156083" y="96088"/>
                </a:lnTo>
                <a:lnTo>
                  <a:pt x="160121" y="98450"/>
                </a:lnTo>
                <a:lnTo>
                  <a:pt x="161582" y="97840"/>
                </a:lnTo>
                <a:lnTo>
                  <a:pt x="163055" y="97231"/>
                </a:lnTo>
                <a:lnTo>
                  <a:pt x="165798" y="97370"/>
                </a:lnTo>
                <a:lnTo>
                  <a:pt x="168706" y="97612"/>
                </a:lnTo>
                <a:lnTo>
                  <a:pt x="174942" y="98336"/>
                </a:lnTo>
                <a:lnTo>
                  <a:pt x="181140" y="97561"/>
                </a:lnTo>
                <a:lnTo>
                  <a:pt x="187566" y="95453"/>
                </a:lnTo>
                <a:lnTo>
                  <a:pt x="193852" y="93256"/>
                </a:lnTo>
                <a:lnTo>
                  <a:pt x="192151" y="92252"/>
                </a:lnTo>
                <a:lnTo>
                  <a:pt x="191554" y="90424"/>
                </a:lnTo>
                <a:lnTo>
                  <a:pt x="191249" y="87312"/>
                </a:lnTo>
                <a:lnTo>
                  <a:pt x="191389" y="85915"/>
                </a:lnTo>
                <a:lnTo>
                  <a:pt x="191744" y="84645"/>
                </a:lnTo>
                <a:lnTo>
                  <a:pt x="199720" y="83451"/>
                </a:lnTo>
                <a:lnTo>
                  <a:pt x="208381" y="81178"/>
                </a:lnTo>
                <a:lnTo>
                  <a:pt x="216814" y="80251"/>
                </a:lnTo>
                <a:lnTo>
                  <a:pt x="225348" y="80848"/>
                </a:lnTo>
                <a:lnTo>
                  <a:pt x="289420" y="71412"/>
                </a:lnTo>
                <a:lnTo>
                  <a:pt x="291922" y="72885"/>
                </a:lnTo>
                <a:lnTo>
                  <a:pt x="294208" y="72758"/>
                </a:lnTo>
                <a:lnTo>
                  <a:pt x="296291" y="71031"/>
                </a:lnTo>
                <a:lnTo>
                  <a:pt x="298831" y="72529"/>
                </a:lnTo>
                <a:lnTo>
                  <a:pt x="301117" y="72402"/>
                </a:lnTo>
                <a:lnTo>
                  <a:pt x="303149" y="70650"/>
                </a:lnTo>
                <a:lnTo>
                  <a:pt x="305752" y="72186"/>
                </a:lnTo>
                <a:lnTo>
                  <a:pt x="308038" y="72059"/>
                </a:lnTo>
                <a:lnTo>
                  <a:pt x="310718" y="69202"/>
                </a:lnTo>
                <a:lnTo>
                  <a:pt x="313372" y="70777"/>
                </a:lnTo>
                <a:lnTo>
                  <a:pt x="315607" y="70612"/>
                </a:lnTo>
                <a:lnTo>
                  <a:pt x="317690" y="68897"/>
                </a:lnTo>
                <a:lnTo>
                  <a:pt x="320344" y="70459"/>
                </a:lnTo>
                <a:lnTo>
                  <a:pt x="322580" y="70294"/>
                </a:lnTo>
                <a:lnTo>
                  <a:pt x="324662" y="68580"/>
                </a:lnTo>
                <a:lnTo>
                  <a:pt x="303657" y="56222"/>
                </a:lnTo>
                <a:lnTo>
                  <a:pt x="303809" y="56299"/>
                </a:lnTo>
                <a:lnTo>
                  <a:pt x="305130" y="55613"/>
                </a:lnTo>
                <a:lnTo>
                  <a:pt x="305460" y="55816"/>
                </a:lnTo>
                <a:lnTo>
                  <a:pt x="303809" y="56299"/>
                </a:lnTo>
                <a:lnTo>
                  <a:pt x="324662" y="68580"/>
                </a:lnTo>
                <a:lnTo>
                  <a:pt x="325564" y="68580"/>
                </a:lnTo>
                <a:lnTo>
                  <a:pt x="327126" y="69596"/>
                </a:lnTo>
                <a:lnTo>
                  <a:pt x="329399" y="69481"/>
                </a:lnTo>
                <a:lnTo>
                  <a:pt x="330695" y="68351"/>
                </a:lnTo>
                <a:lnTo>
                  <a:pt x="331635" y="68262"/>
                </a:lnTo>
                <a:lnTo>
                  <a:pt x="334187" y="69761"/>
                </a:lnTo>
                <a:lnTo>
                  <a:pt x="336537" y="69672"/>
                </a:lnTo>
                <a:lnTo>
                  <a:pt x="338620" y="67945"/>
                </a:lnTo>
                <a:lnTo>
                  <a:pt x="341160" y="69456"/>
                </a:lnTo>
                <a:lnTo>
                  <a:pt x="343509" y="69354"/>
                </a:lnTo>
                <a:lnTo>
                  <a:pt x="345643" y="67665"/>
                </a:lnTo>
                <a:lnTo>
                  <a:pt x="348145" y="69138"/>
                </a:lnTo>
                <a:lnTo>
                  <a:pt x="350481" y="69037"/>
                </a:lnTo>
                <a:lnTo>
                  <a:pt x="352679" y="67386"/>
                </a:lnTo>
                <a:lnTo>
                  <a:pt x="355168" y="68859"/>
                </a:lnTo>
                <a:lnTo>
                  <a:pt x="357581" y="68795"/>
                </a:lnTo>
                <a:lnTo>
                  <a:pt x="359765" y="67144"/>
                </a:lnTo>
                <a:lnTo>
                  <a:pt x="362204" y="68580"/>
                </a:lnTo>
                <a:lnTo>
                  <a:pt x="364604" y="68516"/>
                </a:lnTo>
                <a:lnTo>
                  <a:pt x="366864" y="66890"/>
                </a:lnTo>
                <a:lnTo>
                  <a:pt x="369239" y="68287"/>
                </a:lnTo>
                <a:lnTo>
                  <a:pt x="371640" y="68237"/>
                </a:lnTo>
                <a:lnTo>
                  <a:pt x="373951" y="66649"/>
                </a:lnTo>
                <a:lnTo>
                  <a:pt x="375767" y="67716"/>
                </a:lnTo>
                <a:lnTo>
                  <a:pt x="378333" y="67754"/>
                </a:lnTo>
                <a:lnTo>
                  <a:pt x="379882" y="67195"/>
                </a:lnTo>
                <a:lnTo>
                  <a:pt x="381152" y="66459"/>
                </a:lnTo>
                <a:lnTo>
                  <a:pt x="380580" y="66128"/>
                </a:lnTo>
                <a:lnTo>
                  <a:pt x="380758" y="66230"/>
                </a:lnTo>
                <a:lnTo>
                  <a:pt x="381152" y="66459"/>
                </a:lnTo>
                <a:lnTo>
                  <a:pt x="383971" y="66649"/>
                </a:lnTo>
                <a:lnTo>
                  <a:pt x="412127" y="68491"/>
                </a:lnTo>
                <a:lnTo>
                  <a:pt x="512991" y="73342"/>
                </a:lnTo>
                <a:lnTo>
                  <a:pt x="519671" y="74320"/>
                </a:lnTo>
                <a:lnTo>
                  <a:pt x="582282" y="83185"/>
                </a:lnTo>
                <a:lnTo>
                  <a:pt x="636943" y="94729"/>
                </a:lnTo>
                <a:lnTo>
                  <a:pt x="691642" y="107772"/>
                </a:lnTo>
                <a:lnTo>
                  <a:pt x="745172" y="124548"/>
                </a:lnTo>
                <a:lnTo>
                  <a:pt x="746226" y="126644"/>
                </a:lnTo>
                <a:lnTo>
                  <a:pt x="747915" y="129108"/>
                </a:lnTo>
                <a:lnTo>
                  <a:pt x="749058" y="132727"/>
                </a:lnTo>
                <a:lnTo>
                  <a:pt x="748131" y="133654"/>
                </a:lnTo>
                <a:lnTo>
                  <a:pt x="733005" y="132118"/>
                </a:lnTo>
                <a:lnTo>
                  <a:pt x="738200" y="136652"/>
                </a:lnTo>
                <a:lnTo>
                  <a:pt x="739317" y="138785"/>
                </a:lnTo>
                <a:lnTo>
                  <a:pt x="756221" y="144310"/>
                </a:lnTo>
                <a:lnTo>
                  <a:pt x="789254" y="157861"/>
                </a:lnTo>
                <a:lnTo>
                  <a:pt x="805103" y="165722"/>
                </a:lnTo>
                <a:lnTo>
                  <a:pt x="809828" y="167017"/>
                </a:lnTo>
                <a:lnTo>
                  <a:pt x="813650" y="170751"/>
                </a:lnTo>
                <a:lnTo>
                  <a:pt x="815505" y="170370"/>
                </a:lnTo>
                <a:lnTo>
                  <a:pt x="819213" y="169608"/>
                </a:lnTo>
                <a:lnTo>
                  <a:pt x="819873" y="171462"/>
                </a:lnTo>
                <a:lnTo>
                  <a:pt x="821118" y="172199"/>
                </a:lnTo>
                <a:lnTo>
                  <a:pt x="822998" y="171856"/>
                </a:lnTo>
                <a:lnTo>
                  <a:pt x="826046" y="175107"/>
                </a:lnTo>
                <a:lnTo>
                  <a:pt x="829614" y="177203"/>
                </a:lnTo>
                <a:lnTo>
                  <a:pt x="831875" y="177063"/>
                </a:lnTo>
                <a:lnTo>
                  <a:pt x="834123" y="176923"/>
                </a:lnTo>
                <a:lnTo>
                  <a:pt x="839749" y="180225"/>
                </a:lnTo>
                <a:lnTo>
                  <a:pt x="844130" y="185750"/>
                </a:lnTo>
                <a:lnTo>
                  <a:pt x="848893" y="185597"/>
                </a:lnTo>
                <a:lnTo>
                  <a:pt x="851268" y="185534"/>
                </a:lnTo>
                <a:lnTo>
                  <a:pt x="861936" y="194754"/>
                </a:lnTo>
                <a:lnTo>
                  <a:pt x="867041" y="194818"/>
                </a:lnTo>
                <a:lnTo>
                  <a:pt x="869594" y="194843"/>
                </a:lnTo>
                <a:lnTo>
                  <a:pt x="880833" y="204406"/>
                </a:lnTo>
                <a:lnTo>
                  <a:pt x="886155" y="204597"/>
                </a:lnTo>
                <a:lnTo>
                  <a:pt x="888822" y="204685"/>
                </a:lnTo>
                <a:lnTo>
                  <a:pt x="936117" y="234010"/>
                </a:lnTo>
                <a:lnTo>
                  <a:pt x="983411" y="263321"/>
                </a:lnTo>
                <a:lnTo>
                  <a:pt x="1026020" y="292823"/>
                </a:lnTo>
                <a:lnTo>
                  <a:pt x="1066965" y="324294"/>
                </a:lnTo>
                <a:lnTo>
                  <a:pt x="1106893" y="356641"/>
                </a:lnTo>
                <a:lnTo>
                  <a:pt x="1145171" y="390969"/>
                </a:lnTo>
                <a:lnTo>
                  <a:pt x="1216787" y="465556"/>
                </a:lnTo>
                <a:lnTo>
                  <a:pt x="1232827" y="483831"/>
                </a:lnTo>
                <a:lnTo>
                  <a:pt x="1238859" y="488861"/>
                </a:lnTo>
                <a:lnTo>
                  <a:pt x="1274699" y="537959"/>
                </a:lnTo>
                <a:lnTo>
                  <a:pt x="1292898" y="561936"/>
                </a:lnTo>
                <a:lnTo>
                  <a:pt x="1367434" y="669188"/>
                </a:lnTo>
                <a:lnTo>
                  <a:pt x="1388973" y="699554"/>
                </a:lnTo>
                <a:lnTo>
                  <a:pt x="1392542" y="701649"/>
                </a:lnTo>
                <a:lnTo>
                  <a:pt x="1395298" y="704748"/>
                </a:lnTo>
                <a:lnTo>
                  <a:pt x="1394802" y="711822"/>
                </a:lnTo>
                <a:lnTo>
                  <a:pt x="1398803" y="715645"/>
                </a:lnTo>
                <a:lnTo>
                  <a:pt x="1403845" y="718616"/>
                </a:lnTo>
                <a:lnTo>
                  <a:pt x="1403604" y="719950"/>
                </a:lnTo>
                <a:lnTo>
                  <a:pt x="1405750" y="721220"/>
                </a:lnTo>
                <a:lnTo>
                  <a:pt x="1405191" y="728256"/>
                </a:lnTo>
                <a:lnTo>
                  <a:pt x="1409649" y="732358"/>
                </a:lnTo>
                <a:lnTo>
                  <a:pt x="1414919" y="735457"/>
                </a:lnTo>
                <a:lnTo>
                  <a:pt x="1414297" y="742454"/>
                </a:lnTo>
                <a:lnTo>
                  <a:pt x="1417040" y="747014"/>
                </a:lnTo>
                <a:lnTo>
                  <a:pt x="1423352" y="749261"/>
                </a:lnTo>
                <a:lnTo>
                  <a:pt x="1423377" y="755167"/>
                </a:lnTo>
                <a:lnTo>
                  <a:pt x="1422273" y="760412"/>
                </a:lnTo>
                <a:lnTo>
                  <a:pt x="1410004" y="759091"/>
                </a:lnTo>
                <a:lnTo>
                  <a:pt x="1404848" y="756056"/>
                </a:lnTo>
                <a:lnTo>
                  <a:pt x="1399336" y="754278"/>
                </a:lnTo>
                <a:lnTo>
                  <a:pt x="1352994" y="740270"/>
                </a:lnTo>
                <a:lnTo>
                  <a:pt x="1305585" y="730034"/>
                </a:lnTo>
                <a:lnTo>
                  <a:pt x="1257884" y="722591"/>
                </a:lnTo>
                <a:lnTo>
                  <a:pt x="1209382" y="719086"/>
                </a:lnTo>
                <a:lnTo>
                  <a:pt x="1192885" y="718223"/>
                </a:lnTo>
                <a:lnTo>
                  <a:pt x="1185405" y="721194"/>
                </a:lnTo>
                <a:lnTo>
                  <a:pt x="1172997" y="728624"/>
                </a:lnTo>
                <a:lnTo>
                  <a:pt x="1161948" y="736854"/>
                </a:lnTo>
                <a:lnTo>
                  <a:pt x="1150632" y="744931"/>
                </a:lnTo>
                <a:lnTo>
                  <a:pt x="1138072" y="750798"/>
                </a:lnTo>
                <a:lnTo>
                  <a:pt x="1134287" y="751522"/>
                </a:lnTo>
                <a:lnTo>
                  <a:pt x="1129626" y="757618"/>
                </a:lnTo>
                <a:lnTo>
                  <a:pt x="1131697" y="769150"/>
                </a:lnTo>
                <a:lnTo>
                  <a:pt x="1138301" y="770089"/>
                </a:lnTo>
                <a:lnTo>
                  <a:pt x="1144295" y="770674"/>
                </a:lnTo>
                <a:lnTo>
                  <a:pt x="1148905" y="771918"/>
                </a:lnTo>
                <a:lnTo>
                  <a:pt x="1154226" y="772096"/>
                </a:lnTo>
                <a:lnTo>
                  <a:pt x="1158773" y="773303"/>
                </a:lnTo>
                <a:lnTo>
                  <a:pt x="1207744" y="780021"/>
                </a:lnTo>
                <a:lnTo>
                  <a:pt x="1255014" y="791641"/>
                </a:lnTo>
                <a:lnTo>
                  <a:pt x="1301800" y="805916"/>
                </a:lnTo>
                <a:lnTo>
                  <a:pt x="1348003" y="822807"/>
                </a:lnTo>
                <a:lnTo>
                  <a:pt x="1356029" y="829005"/>
                </a:lnTo>
                <a:lnTo>
                  <a:pt x="1357884" y="828624"/>
                </a:lnTo>
                <a:lnTo>
                  <a:pt x="1361592" y="827849"/>
                </a:lnTo>
                <a:lnTo>
                  <a:pt x="1372374" y="837145"/>
                </a:lnTo>
                <a:lnTo>
                  <a:pt x="1377442" y="837184"/>
                </a:lnTo>
                <a:lnTo>
                  <a:pt x="1379969" y="837196"/>
                </a:lnTo>
                <a:lnTo>
                  <a:pt x="1390700" y="846455"/>
                </a:lnTo>
                <a:lnTo>
                  <a:pt x="1395831" y="846543"/>
                </a:lnTo>
                <a:lnTo>
                  <a:pt x="1398409" y="846582"/>
                </a:lnTo>
                <a:lnTo>
                  <a:pt x="1458518" y="886383"/>
                </a:lnTo>
                <a:lnTo>
                  <a:pt x="1486141" y="902652"/>
                </a:lnTo>
                <a:lnTo>
                  <a:pt x="1493380" y="905433"/>
                </a:lnTo>
                <a:lnTo>
                  <a:pt x="1500466" y="906665"/>
                </a:lnTo>
                <a:lnTo>
                  <a:pt x="1508912" y="902792"/>
                </a:lnTo>
                <a:lnTo>
                  <a:pt x="1512824" y="905090"/>
                </a:lnTo>
                <a:lnTo>
                  <a:pt x="1516659" y="904405"/>
                </a:lnTo>
                <a:lnTo>
                  <a:pt x="1520444" y="903681"/>
                </a:lnTo>
                <a:lnTo>
                  <a:pt x="1529245" y="900023"/>
                </a:lnTo>
                <a:lnTo>
                  <a:pt x="1536979" y="897204"/>
                </a:lnTo>
                <a:lnTo>
                  <a:pt x="1576438" y="871804"/>
                </a:lnTo>
                <a:lnTo>
                  <a:pt x="1592084" y="848588"/>
                </a:lnTo>
                <a:lnTo>
                  <a:pt x="1594205" y="83952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49" name="Google Shape;149;p12"/>
          <p:cNvSpPr txBox="1"/>
          <p:nvPr/>
        </p:nvSpPr>
        <p:spPr>
          <a:xfrm>
            <a:off x="1917389" y="2878724"/>
            <a:ext cx="8099425" cy="495934"/>
          </a:xfrm>
          <a:prstGeom prst="rect">
            <a:avLst/>
          </a:prstGeom>
          <a:noFill/>
          <a:ln>
            <a:noFill/>
          </a:ln>
        </p:spPr>
        <p:txBody>
          <a:bodyPr spcFirstLastPara="1" wrap="square" lIns="0" tIns="17125" rIns="0" bIns="0" anchor="t" anchorCtr="0">
            <a:spAutoFit/>
          </a:bodyPr>
          <a:lstStyle/>
          <a:p>
            <a:pPr marL="12700" marR="0" lvl="0" indent="0" algn="l" rtl="0">
              <a:lnSpc>
                <a:spcPct val="100000"/>
              </a:lnSpc>
              <a:spcBef>
                <a:spcPts val="0"/>
              </a:spcBef>
              <a:spcAft>
                <a:spcPts val="0"/>
              </a:spcAft>
              <a:buNone/>
            </a:pPr>
            <a:r>
              <a:rPr lang="en-US" sz="3050" b="1">
                <a:solidFill>
                  <a:srgbClr val="0F0E0D"/>
                </a:solidFill>
                <a:latin typeface="Tahoma"/>
                <a:ea typeface="Tahoma"/>
                <a:cs typeface="Tahoma"/>
                <a:sym typeface="Tahoma"/>
              </a:rPr>
              <a:t>Confluence: Standing Out in the Crowd</a:t>
            </a:r>
            <a:endParaRPr sz="3050">
              <a:latin typeface="Tahoma"/>
              <a:ea typeface="Tahoma"/>
              <a:cs typeface="Tahoma"/>
              <a:sym typeface="Tahoma"/>
            </a:endParaRPr>
          </a:p>
        </p:txBody>
      </p:sp>
      <p:pic>
        <p:nvPicPr>
          <p:cNvPr id="150" name="Google Shape;150;p12"/>
          <p:cNvPicPr preferRelativeResize="0"/>
          <p:nvPr/>
        </p:nvPicPr>
        <p:blipFill rotWithShape="1">
          <a:blip r:embed="rId4">
            <a:alphaModFix/>
          </a:blip>
          <a:srcRect/>
          <a:stretch/>
        </p:blipFill>
        <p:spPr>
          <a:xfrm>
            <a:off x="24" y="5207011"/>
            <a:ext cx="7496720" cy="507981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54"/>
        <p:cNvGrpSpPr/>
        <p:nvPr/>
      </p:nvGrpSpPr>
      <p:grpSpPr>
        <a:xfrm>
          <a:off x="0" y="0"/>
          <a:ext cx="0" cy="0"/>
          <a:chOff x="0" y="0"/>
          <a:chExt cx="0" cy="0"/>
        </a:xfrm>
      </p:grpSpPr>
      <p:sp>
        <p:nvSpPr>
          <p:cNvPr id="155" name="Google Shape;155;p13"/>
          <p:cNvSpPr/>
          <p:nvPr/>
        </p:nvSpPr>
        <p:spPr>
          <a:xfrm>
            <a:off x="0" y="0"/>
            <a:ext cx="18288000" cy="10287000"/>
          </a:xfrm>
          <a:custGeom>
            <a:avLst/>
            <a:gdLst/>
            <a:ahLst/>
            <a:cxnLst/>
            <a:rect l="l" t="t" r="r" b="b"/>
            <a:pathLst>
              <a:path w="18288000" h="10287000" extrusionOk="0">
                <a:moveTo>
                  <a:pt x="18287998" y="10286999"/>
                </a:moveTo>
                <a:lnTo>
                  <a:pt x="0" y="10286999"/>
                </a:lnTo>
                <a:lnTo>
                  <a:pt x="0" y="0"/>
                </a:lnTo>
                <a:lnTo>
                  <a:pt x="18287998" y="0"/>
                </a:lnTo>
                <a:lnTo>
                  <a:pt x="18287998" y="10286999"/>
                </a:lnTo>
                <a:close/>
              </a:path>
            </a:pathLst>
          </a:custGeom>
          <a:solidFill>
            <a:srgbClr val="1A1A1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56" name="Google Shape;156;p13"/>
          <p:cNvPicPr preferRelativeResize="0"/>
          <p:nvPr/>
        </p:nvPicPr>
        <p:blipFill rotWithShape="1">
          <a:blip r:embed="rId3">
            <a:alphaModFix/>
          </a:blip>
          <a:srcRect/>
          <a:stretch/>
        </p:blipFill>
        <p:spPr>
          <a:xfrm>
            <a:off x="0" y="0"/>
            <a:ext cx="4402721" cy="5803900"/>
          </a:xfrm>
          <a:prstGeom prst="rect">
            <a:avLst/>
          </a:prstGeom>
          <a:noFill/>
          <a:ln>
            <a:noFill/>
          </a:ln>
        </p:spPr>
      </p:pic>
      <p:sp>
        <p:nvSpPr>
          <p:cNvPr id="157" name="Google Shape;157;p13"/>
          <p:cNvSpPr txBox="1">
            <a:spLocks noGrp="1"/>
          </p:cNvSpPr>
          <p:nvPr>
            <p:ph type="title"/>
          </p:nvPr>
        </p:nvSpPr>
        <p:spPr>
          <a:xfrm>
            <a:off x="5404984" y="2565065"/>
            <a:ext cx="6266180" cy="1017269"/>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6500">
                <a:solidFill>
                  <a:srgbClr val="FFFFFF"/>
                </a:solidFill>
              </a:rPr>
              <a:t>PRICING	PLANS</a:t>
            </a:r>
            <a:endParaRPr sz="6500"/>
          </a:p>
        </p:txBody>
      </p:sp>
      <p:pic>
        <p:nvPicPr>
          <p:cNvPr id="158" name="Google Shape;158;p13"/>
          <p:cNvPicPr preferRelativeResize="0"/>
          <p:nvPr/>
        </p:nvPicPr>
        <p:blipFill rotWithShape="1">
          <a:blip r:embed="rId4">
            <a:alphaModFix/>
          </a:blip>
          <a:srcRect/>
          <a:stretch/>
        </p:blipFill>
        <p:spPr>
          <a:xfrm>
            <a:off x="13728820" y="0"/>
            <a:ext cx="4559179" cy="6337300"/>
          </a:xfrm>
          <a:prstGeom prst="rect">
            <a:avLst/>
          </a:prstGeom>
          <a:noFill/>
          <a:ln>
            <a:noFill/>
          </a:ln>
        </p:spPr>
      </p:pic>
      <p:sp>
        <p:nvSpPr>
          <p:cNvPr id="159" name="Google Shape;159;p13"/>
          <p:cNvSpPr txBox="1"/>
          <p:nvPr/>
        </p:nvSpPr>
        <p:spPr>
          <a:xfrm>
            <a:off x="120052" y="5574917"/>
            <a:ext cx="17703165" cy="3683000"/>
          </a:xfrm>
          <a:prstGeom prst="rect">
            <a:avLst/>
          </a:prstGeom>
          <a:noFill/>
          <a:ln>
            <a:noFill/>
          </a:ln>
        </p:spPr>
        <p:txBody>
          <a:bodyPr spcFirstLastPara="1" wrap="square" lIns="0" tIns="12700" rIns="0" bIns="0" anchor="t" anchorCtr="0">
            <a:spAutoFit/>
          </a:bodyPr>
          <a:lstStyle/>
          <a:p>
            <a:pPr marL="635" marR="0" lvl="0" indent="0" algn="ctr" rtl="0">
              <a:lnSpc>
                <a:spcPct val="100000"/>
              </a:lnSpc>
              <a:spcBef>
                <a:spcPts val="0"/>
              </a:spcBef>
              <a:spcAft>
                <a:spcPts val="0"/>
              </a:spcAft>
              <a:buNone/>
            </a:pPr>
            <a:r>
              <a:rPr lang="en-US" sz="2500">
                <a:solidFill>
                  <a:srgbClr val="FFFFFF"/>
                </a:solidFill>
                <a:latin typeface="Verdana"/>
                <a:ea typeface="Verdana"/>
                <a:cs typeface="Verdana"/>
                <a:sym typeface="Verdana"/>
              </a:rPr>
              <a:t>Confluence offers several subscription plans to cater to different needs:</a:t>
            </a:r>
            <a:endParaRPr sz="2500">
              <a:latin typeface="Verdana"/>
              <a:ea typeface="Verdana"/>
              <a:cs typeface="Verdana"/>
              <a:sym typeface="Verdana"/>
            </a:endParaRPr>
          </a:p>
          <a:p>
            <a:pPr marL="0" marR="0" lvl="0" indent="0" algn="l" rtl="0">
              <a:lnSpc>
                <a:spcPct val="100000"/>
              </a:lnSpc>
              <a:spcBef>
                <a:spcPts val="45"/>
              </a:spcBef>
              <a:spcAft>
                <a:spcPts val="0"/>
              </a:spcAft>
              <a:buNone/>
            </a:pPr>
            <a:endParaRPr sz="2800">
              <a:latin typeface="Verdana"/>
              <a:ea typeface="Verdana"/>
              <a:cs typeface="Verdana"/>
              <a:sym typeface="Verdana"/>
            </a:endParaRPr>
          </a:p>
          <a:p>
            <a:pPr marL="313690" marR="0" lvl="0" indent="-301625" algn="l" rtl="0">
              <a:lnSpc>
                <a:spcPct val="100000"/>
              </a:lnSpc>
              <a:spcBef>
                <a:spcPts val="0"/>
              </a:spcBef>
              <a:spcAft>
                <a:spcPts val="0"/>
              </a:spcAft>
              <a:buClr>
                <a:srgbClr val="FFFFFF"/>
              </a:buClr>
              <a:buSzPts val="2500"/>
              <a:buFont typeface="Verdana"/>
              <a:buAutoNum type="arabicPeriod"/>
            </a:pPr>
            <a:r>
              <a:rPr lang="en-US" sz="2500">
                <a:solidFill>
                  <a:srgbClr val="FFFFFF"/>
                </a:solidFill>
                <a:latin typeface="Verdana"/>
                <a:ea typeface="Verdana"/>
                <a:cs typeface="Verdana"/>
                <a:sym typeface="Verdana"/>
              </a:rPr>
              <a:t>Free Plan: Ideal for small teams of up to 10 users.It provides essential features and 2 GB of file storage.</a:t>
            </a:r>
            <a:endParaRPr sz="2500">
              <a:latin typeface="Verdana"/>
              <a:ea typeface="Verdana"/>
              <a:cs typeface="Verdana"/>
              <a:sym typeface="Verdana"/>
            </a:endParaRPr>
          </a:p>
          <a:p>
            <a:pPr marL="0" marR="0" lvl="0" indent="0" algn="l" rtl="0">
              <a:lnSpc>
                <a:spcPct val="100000"/>
              </a:lnSpc>
              <a:spcBef>
                <a:spcPts val="45"/>
              </a:spcBef>
              <a:spcAft>
                <a:spcPts val="0"/>
              </a:spcAft>
              <a:buClr>
                <a:srgbClr val="FFFFFF"/>
              </a:buClr>
              <a:buSzPts val="2800"/>
              <a:buFont typeface="Verdana"/>
              <a:buNone/>
            </a:pPr>
            <a:endParaRPr sz="2800">
              <a:latin typeface="Verdana"/>
              <a:ea typeface="Verdana"/>
              <a:cs typeface="Verdana"/>
              <a:sym typeface="Verdana"/>
            </a:endParaRPr>
          </a:p>
          <a:p>
            <a:pPr marL="381635" marR="0" lvl="0" indent="-369569" algn="l" rtl="0">
              <a:lnSpc>
                <a:spcPct val="100000"/>
              </a:lnSpc>
              <a:spcBef>
                <a:spcPts val="0"/>
              </a:spcBef>
              <a:spcAft>
                <a:spcPts val="0"/>
              </a:spcAft>
              <a:buClr>
                <a:srgbClr val="FFFFFF"/>
              </a:buClr>
              <a:buSzPts val="2500"/>
              <a:buFont typeface="Verdana"/>
              <a:buAutoNum type="arabicPeriod"/>
            </a:pPr>
            <a:r>
              <a:rPr lang="en-US" sz="2500">
                <a:solidFill>
                  <a:srgbClr val="FFFFFF"/>
                </a:solidFill>
                <a:latin typeface="Verdana"/>
                <a:ea typeface="Verdana"/>
                <a:cs typeface="Verdana"/>
                <a:sym typeface="Verdana"/>
              </a:rPr>
              <a:t>Standard Plan: Priced at $5.50 per user/month,it includes unlimited spaces, page versioning, and more.</a:t>
            </a:r>
            <a:endParaRPr sz="2500">
              <a:latin typeface="Verdana"/>
              <a:ea typeface="Verdana"/>
              <a:cs typeface="Verdana"/>
              <a:sym typeface="Verdana"/>
            </a:endParaRPr>
          </a:p>
          <a:p>
            <a:pPr marL="0" marR="0" lvl="0" indent="0" algn="l" rtl="0">
              <a:lnSpc>
                <a:spcPct val="100000"/>
              </a:lnSpc>
              <a:spcBef>
                <a:spcPts val="50"/>
              </a:spcBef>
              <a:spcAft>
                <a:spcPts val="0"/>
              </a:spcAft>
              <a:buClr>
                <a:srgbClr val="FFFFFF"/>
              </a:buClr>
              <a:buSzPts val="2800"/>
              <a:buFont typeface="Verdana"/>
              <a:buNone/>
            </a:pPr>
            <a:endParaRPr sz="2800">
              <a:latin typeface="Verdana"/>
              <a:ea typeface="Verdana"/>
              <a:cs typeface="Verdana"/>
              <a:sym typeface="Verdana"/>
            </a:endParaRPr>
          </a:p>
          <a:p>
            <a:pPr marL="386080" marR="0" lvl="0" indent="-374015" algn="l" rtl="0">
              <a:lnSpc>
                <a:spcPct val="100000"/>
              </a:lnSpc>
              <a:spcBef>
                <a:spcPts val="0"/>
              </a:spcBef>
              <a:spcAft>
                <a:spcPts val="0"/>
              </a:spcAft>
              <a:buClr>
                <a:srgbClr val="FFFFFF"/>
              </a:buClr>
              <a:buSzPts val="2500"/>
              <a:buFont typeface="Verdana"/>
              <a:buAutoNum type="arabicPeriod"/>
            </a:pPr>
            <a:r>
              <a:rPr lang="en-US" sz="2500">
                <a:solidFill>
                  <a:srgbClr val="FFFFFF"/>
                </a:solidFill>
                <a:latin typeface="Verdana"/>
                <a:ea typeface="Verdana"/>
                <a:cs typeface="Verdana"/>
                <a:sym typeface="Verdana"/>
              </a:rPr>
              <a:t>Premium Plan: At $10.50 per user/month, you get advanced features like analytics, automation, and whiteboards.</a:t>
            </a:r>
            <a:endParaRPr sz="2500">
              <a:latin typeface="Verdana"/>
              <a:ea typeface="Verdana"/>
              <a:cs typeface="Verdana"/>
              <a:sym typeface="Verdana"/>
            </a:endParaRPr>
          </a:p>
          <a:p>
            <a:pPr marL="0" marR="0" lvl="0" indent="0" algn="l" rtl="0">
              <a:lnSpc>
                <a:spcPct val="100000"/>
              </a:lnSpc>
              <a:spcBef>
                <a:spcPts val="45"/>
              </a:spcBef>
              <a:spcAft>
                <a:spcPts val="0"/>
              </a:spcAft>
              <a:buClr>
                <a:srgbClr val="FFFFFF"/>
              </a:buClr>
              <a:buSzPts val="2800"/>
              <a:buFont typeface="Verdana"/>
              <a:buNone/>
            </a:pPr>
            <a:endParaRPr sz="2800">
              <a:latin typeface="Verdana"/>
              <a:ea typeface="Verdana"/>
              <a:cs typeface="Verdana"/>
              <a:sym typeface="Verdana"/>
            </a:endParaRPr>
          </a:p>
          <a:p>
            <a:pPr marL="384175" marR="0" lvl="0" indent="-372110" algn="l" rtl="0">
              <a:lnSpc>
                <a:spcPct val="100000"/>
              </a:lnSpc>
              <a:spcBef>
                <a:spcPts val="0"/>
              </a:spcBef>
              <a:spcAft>
                <a:spcPts val="0"/>
              </a:spcAft>
              <a:buClr>
                <a:srgbClr val="FFFFFF"/>
              </a:buClr>
              <a:buSzPts val="2500"/>
              <a:buFont typeface="Verdana"/>
              <a:buAutoNum type="arabicPeriod"/>
            </a:pPr>
            <a:r>
              <a:rPr lang="en-US" sz="2500">
                <a:solidFill>
                  <a:srgbClr val="FFFFFF"/>
                </a:solidFill>
                <a:latin typeface="Verdana"/>
                <a:ea typeface="Verdana"/>
                <a:cs typeface="Verdana"/>
                <a:sym typeface="Verdana"/>
              </a:rPr>
              <a:t>Enterprise Plan: For larger organizations with specific requirements. Contact Atlassian for tailored solutions.</a:t>
            </a:r>
            <a:endParaRPr sz="2500">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63"/>
        <p:cNvGrpSpPr/>
        <p:nvPr/>
      </p:nvGrpSpPr>
      <p:grpSpPr>
        <a:xfrm>
          <a:off x="0" y="0"/>
          <a:ext cx="0" cy="0"/>
          <a:chOff x="0" y="0"/>
          <a:chExt cx="0" cy="0"/>
        </a:xfrm>
      </p:grpSpPr>
      <p:sp>
        <p:nvSpPr>
          <p:cNvPr id="164" name="Google Shape;164;p14"/>
          <p:cNvSpPr/>
          <p:nvPr/>
        </p:nvSpPr>
        <p:spPr>
          <a:xfrm>
            <a:off x="0" y="0"/>
            <a:ext cx="18288000" cy="10287000"/>
          </a:xfrm>
          <a:custGeom>
            <a:avLst/>
            <a:gdLst/>
            <a:ahLst/>
            <a:cxnLst/>
            <a:rect l="l" t="t" r="r" b="b"/>
            <a:pathLst>
              <a:path w="18288000" h="10287000" extrusionOk="0">
                <a:moveTo>
                  <a:pt x="18287998" y="10286999"/>
                </a:moveTo>
                <a:lnTo>
                  <a:pt x="0" y="10286999"/>
                </a:lnTo>
                <a:lnTo>
                  <a:pt x="0" y="0"/>
                </a:lnTo>
                <a:lnTo>
                  <a:pt x="18287998" y="0"/>
                </a:lnTo>
                <a:lnTo>
                  <a:pt x="18287998" y="10286999"/>
                </a:lnTo>
                <a:close/>
              </a:path>
            </a:pathLst>
          </a:custGeom>
          <a:solidFill>
            <a:srgbClr val="F1F4F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nvGrpSpPr>
          <p:cNvPr id="165" name="Google Shape;165;p14"/>
          <p:cNvGrpSpPr/>
          <p:nvPr/>
        </p:nvGrpSpPr>
        <p:grpSpPr>
          <a:xfrm>
            <a:off x="0" y="0"/>
            <a:ext cx="18291193" cy="10287011"/>
            <a:chOff x="0" y="0"/>
            <a:chExt cx="18291193" cy="10287011"/>
          </a:xfrm>
        </p:grpSpPr>
        <p:pic>
          <p:nvPicPr>
            <p:cNvPr id="166" name="Google Shape;166;p14"/>
            <p:cNvPicPr preferRelativeResize="0"/>
            <p:nvPr/>
          </p:nvPicPr>
          <p:blipFill rotWithShape="1">
            <a:blip r:embed="rId3">
              <a:alphaModFix/>
            </a:blip>
            <a:srcRect/>
            <a:stretch/>
          </p:blipFill>
          <p:spPr>
            <a:xfrm>
              <a:off x="4354616" y="5191527"/>
              <a:ext cx="2363971" cy="2362200"/>
            </a:xfrm>
            <a:prstGeom prst="rect">
              <a:avLst/>
            </a:prstGeom>
            <a:noFill/>
            <a:ln>
              <a:noFill/>
            </a:ln>
          </p:spPr>
        </p:pic>
        <p:sp>
          <p:nvSpPr>
            <p:cNvPr id="167" name="Google Shape;167;p14"/>
            <p:cNvSpPr/>
            <p:nvPr/>
          </p:nvSpPr>
          <p:spPr>
            <a:xfrm>
              <a:off x="4333086" y="5175345"/>
              <a:ext cx="2407285" cy="2387600"/>
            </a:xfrm>
            <a:custGeom>
              <a:avLst/>
              <a:gdLst/>
              <a:ahLst/>
              <a:cxnLst/>
              <a:rect l="l" t="t" r="r" b="b"/>
              <a:pathLst>
                <a:path w="2407284" h="2387600" extrusionOk="0">
                  <a:moveTo>
                    <a:pt x="1440032" y="2374899"/>
                  </a:moveTo>
                  <a:lnTo>
                    <a:pt x="967000" y="2374899"/>
                  </a:lnTo>
                  <a:lnTo>
                    <a:pt x="788781" y="2324099"/>
                  </a:lnTo>
                  <a:lnTo>
                    <a:pt x="746055" y="2298699"/>
                  </a:lnTo>
                  <a:lnTo>
                    <a:pt x="704133" y="2285999"/>
                  </a:lnTo>
                  <a:lnTo>
                    <a:pt x="663051" y="2260599"/>
                  </a:lnTo>
                  <a:lnTo>
                    <a:pt x="622846" y="2247899"/>
                  </a:lnTo>
                  <a:lnTo>
                    <a:pt x="583553" y="2222499"/>
                  </a:lnTo>
                  <a:lnTo>
                    <a:pt x="545209" y="2197099"/>
                  </a:lnTo>
                  <a:lnTo>
                    <a:pt x="507850" y="2171699"/>
                  </a:lnTo>
                  <a:lnTo>
                    <a:pt x="471512" y="2146299"/>
                  </a:lnTo>
                  <a:lnTo>
                    <a:pt x="436232" y="2120899"/>
                  </a:lnTo>
                  <a:lnTo>
                    <a:pt x="402046" y="2082799"/>
                  </a:lnTo>
                  <a:lnTo>
                    <a:pt x="368990" y="2057399"/>
                  </a:lnTo>
                  <a:lnTo>
                    <a:pt x="337100" y="2019299"/>
                  </a:lnTo>
                  <a:lnTo>
                    <a:pt x="306412" y="1993899"/>
                  </a:lnTo>
                  <a:lnTo>
                    <a:pt x="276963" y="1955799"/>
                  </a:lnTo>
                  <a:lnTo>
                    <a:pt x="248789" y="1917699"/>
                  </a:lnTo>
                  <a:lnTo>
                    <a:pt x="221927" y="1892299"/>
                  </a:lnTo>
                  <a:lnTo>
                    <a:pt x="196411" y="1854199"/>
                  </a:lnTo>
                  <a:lnTo>
                    <a:pt x="172279" y="1816099"/>
                  </a:lnTo>
                  <a:lnTo>
                    <a:pt x="149567" y="1765299"/>
                  </a:lnTo>
                  <a:lnTo>
                    <a:pt x="128311" y="1727199"/>
                  </a:lnTo>
                  <a:lnTo>
                    <a:pt x="108548" y="1689099"/>
                  </a:lnTo>
                  <a:lnTo>
                    <a:pt x="90313" y="1650999"/>
                  </a:lnTo>
                  <a:lnTo>
                    <a:pt x="73642" y="1600199"/>
                  </a:lnTo>
                  <a:lnTo>
                    <a:pt x="58573" y="1562099"/>
                  </a:lnTo>
                  <a:lnTo>
                    <a:pt x="45140" y="1511299"/>
                  </a:lnTo>
                  <a:lnTo>
                    <a:pt x="33382" y="1473199"/>
                  </a:lnTo>
                  <a:lnTo>
                    <a:pt x="23333" y="1422399"/>
                  </a:lnTo>
                  <a:lnTo>
                    <a:pt x="15029" y="1384299"/>
                  </a:lnTo>
                  <a:lnTo>
                    <a:pt x="8508" y="1333499"/>
                  </a:lnTo>
                  <a:lnTo>
                    <a:pt x="3805" y="1282699"/>
                  </a:lnTo>
                  <a:lnTo>
                    <a:pt x="957" y="1244599"/>
                  </a:lnTo>
                  <a:lnTo>
                    <a:pt x="0" y="1193799"/>
                  </a:lnTo>
                  <a:lnTo>
                    <a:pt x="957" y="1142999"/>
                  </a:lnTo>
                  <a:lnTo>
                    <a:pt x="3805" y="1092199"/>
                  </a:lnTo>
                  <a:lnTo>
                    <a:pt x="8508" y="1041399"/>
                  </a:lnTo>
                  <a:lnTo>
                    <a:pt x="15029" y="1003299"/>
                  </a:lnTo>
                  <a:lnTo>
                    <a:pt x="23333" y="952499"/>
                  </a:lnTo>
                  <a:lnTo>
                    <a:pt x="33382" y="914399"/>
                  </a:lnTo>
                  <a:lnTo>
                    <a:pt x="45141" y="863599"/>
                  </a:lnTo>
                  <a:lnTo>
                    <a:pt x="58573" y="825499"/>
                  </a:lnTo>
                  <a:lnTo>
                    <a:pt x="73643" y="774699"/>
                  </a:lnTo>
                  <a:lnTo>
                    <a:pt x="90313" y="736599"/>
                  </a:lnTo>
                  <a:lnTo>
                    <a:pt x="108548" y="685799"/>
                  </a:lnTo>
                  <a:lnTo>
                    <a:pt x="128312" y="647699"/>
                  </a:lnTo>
                  <a:lnTo>
                    <a:pt x="149568" y="609599"/>
                  </a:lnTo>
                  <a:lnTo>
                    <a:pt x="172280" y="571499"/>
                  </a:lnTo>
                  <a:lnTo>
                    <a:pt x="196412" y="533399"/>
                  </a:lnTo>
                  <a:lnTo>
                    <a:pt x="221928" y="495299"/>
                  </a:lnTo>
                  <a:lnTo>
                    <a:pt x="248791" y="457199"/>
                  </a:lnTo>
                  <a:lnTo>
                    <a:pt x="276965" y="419099"/>
                  </a:lnTo>
                  <a:lnTo>
                    <a:pt x="306414" y="393699"/>
                  </a:lnTo>
                  <a:lnTo>
                    <a:pt x="337102" y="355599"/>
                  </a:lnTo>
                  <a:lnTo>
                    <a:pt x="368992" y="330199"/>
                  </a:lnTo>
                  <a:lnTo>
                    <a:pt x="402048" y="292099"/>
                  </a:lnTo>
                  <a:lnTo>
                    <a:pt x="436234" y="266699"/>
                  </a:lnTo>
                  <a:lnTo>
                    <a:pt x="471514" y="241299"/>
                  </a:lnTo>
                  <a:lnTo>
                    <a:pt x="507852" y="203199"/>
                  </a:lnTo>
                  <a:lnTo>
                    <a:pt x="545211" y="177799"/>
                  </a:lnTo>
                  <a:lnTo>
                    <a:pt x="583555" y="165099"/>
                  </a:lnTo>
                  <a:lnTo>
                    <a:pt x="622848" y="139699"/>
                  </a:lnTo>
                  <a:lnTo>
                    <a:pt x="663053" y="114299"/>
                  </a:lnTo>
                  <a:lnTo>
                    <a:pt x="704135" y="101599"/>
                  </a:lnTo>
                  <a:lnTo>
                    <a:pt x="746057" y="76199"/>
                  </a:lnTo>
                  <a:lnTo>
                    <a:pt x="921422" y="25399"/>
                  </a:lnTo>
                  <a:lnTo>
                    <a:pt x="1013203" y="0"/>
                  </a:lnTo>
                  <a:lnTo>
                    <a:pt x="1393829" y="0"/>
                  </a:lnTo>
                  <a:lnTo>
                    <a:pt x="1485611" y="25399"/>
                  </a:lnTo>
                  <a:lnTo>
                    <a:pt x="1203515" y="25399"/>
                  </a:lnTo>
                  <a:lnTo>
                    <a:pt x="1155788" y="38099"/>
                  </a:lnTo>
                  <a:lnTo>
                    <a:pt x="1061826" y="38099"/>
                  </a:lnTo>
                  <a:lnTo>
                    <a:pt x="1015665" y="50799"/>
                  </a:lnTo>
                  <a:lnTo>
                    <a:pt x="970103" y="50799"/>
                  </a:lnTo>
                  <a:lnTo>
                    <a:pt x="794577" y="101599"/>
                  </a:lnTo>
                  <a:lnTo>
                    <a:pt x="752565" y="126999"/>
                  </a:lnTo>
                  <a:lnTo>
                    <a:pt x="711377" y="139699"/>
                  </a:lnTo>
                  <a:lnTo>
                    <a:pt x="671048" y="165099"/>
                  </a:lnTo>
                  <a:lnTo>
                    <a:pt x="631618" y="177799"/>
                  </a:lnTo>
                  <a:lnTo>
                    <a:pt x="593124" y="203199"/>
                  </a:lnTo>
                  <a:lnTo>
                    <a:pt x="555603" y="228599"/>
                  </a:lnTo>
                  <a:lnTo>
                    <a:pt x="519093" y="253999"/>
                  </a:lnTo>
                  <a:lnTo>
                    <a:pt x="483631" y="279399"/>
                  </a:lnTo>
                  <a:lnTo>
                    <a:pt x="449256" y="304799"/>
                  </a:lnTo>
                  <a:lnTo>
                    <a:pt x="416004" y="342899"/>
                  </a:lnTo>
                  <a:lnTo>
                    <a:pt x="383914" y="368299"/>
                  </a:lnTo>
                  <a:lnTo>
                    <a:pt x="353022" y="406399"/>
                  </a:lnTo>
                  <a:lnTo>
                    <a:pt x="323367" y="431799"/>
                  </a:lnTo>
                  <a:lnTo>
                    <a:pt x="294987" y="469899"/>
                  </a:lnTo>
                  <a:lnTo>
                    <a:pt x="267917" y="507999"/>
                  </a:lnTo>
                  <a:lnTo>
                    <a:pt x="242198" y="546099"/>
                  </a:lnTo>
                  <a:lnTo>
                    <a:pt x="217865" y="584199"/>
                  </a:lnTo>
                  <a:lnTo>
                    <a:pt x="194956" y="622299"/>
                  </a:lnTo>
                  <a:lnTo>
                    <a:pt x="173510" y="660399"/>
                  </a:lnTo>
                  <a:lnTo>
                    <a:pt x="153563" y="698499"/>
                  </a:lnTo>
                  <a:lnTo>
                    <a:pt x="135154" y="736599"/>
                  </a:lnTo>
                  <a:lnTo>
                    <a:pt x="118319" y="787399"/>
                  </a:lnTo>
                  <a:lnTo>
                    <a:pt x="103097" y="825499"/>
                  </a:lnTo>
                  <a:lnTo>
                    <a:pt x="89525" y="863599"/>
                  </a:lnTo>
                  <a:lnTo>
                    <a:pt x="77641" y="914399"/>
                  </a:lnTo>
                  <a:lnTo>
                    <a:pt x="67481" y="952499"/>
                  </a:lnTo>
                  <a:lnTo>
                    <a:pt x="59085" y="1003299"/>
                  </a:lnTo>
                  <a:lnTo>
                    <a:pt x="52489" y="1054099"/>
                  </a:lnTo>
                  <a:lnTo>
                    <a:pt x="47731" y="1092199"/>
                  </a:lnTo>
                  <a:lnTo>
                    <a:pt x="44849" y="1142999"/>
                  </a:lnTo>
                  <a:lnTo>
                    <a:pt x="43880" y="1193799"/>
                  </a:lnTo>
                  <a:lnTo>
                    <a:pt x="44849" y="1231899"/>
                  </a:lnTo>
                  <a:lnTo>
                    <a:pt x="47731" y="1282699"/>
                  </a:lnTo>
                  <a:lnTo>
                    <a:pt x="52489" y="1333499"/>
                  </a:lnTo>
                  <a:lnTo>
                    <a:pt x="59085" y="1384299"/>
                  </a:lnTo>
                  <a:lnTo>
                    <a:pt x="67481" y="1422399"/>
                  </a:lnTo>
                  <a:lnTo>
                    <a:pt x="77641" y="1473199"/>
                  </a:lnTo>
                  <a:lnTo>
                    <a:pt x="89525" y="1511299"/>
                  </a:lnTo>
                  <a:lnTo>
                    <a:pt x="103097" y="1562099"/>
                  </a:lnTo>
                  <a:lnTo>
                    <a:pt x="118319" y="1600199"/>
                  </a:lnTo>
                  <a:lnTo>
                    <a:pt x="135154" y="1638299"/>
                  </a:lnTo>
                  <a:lnTo>
                    <a:pt x="153563" y="1676399"/>
                  </a:lnTo>
                  <a:lnTo>
                    <a:pt x="173510" y="1727199"/>
                  </a:lnTo>
                  <a:lnTo>
                    <a:pt x="194956" y="1765299"/>
                  </a:lnTo>
                  <a:lnTo>
                    <a:pt x="217865" y="1803399"/>
                  </a:lnTo>
                  <a:lnTo>
                    <a:pt x="242198" y="1841499"/>
                  </a:lnTo>
                  <a:lnTo>
                    <a:pt x="267917" y="1879599"/>
                  </a:lnTo>
                  <a:lnTo>
                    <a:pt x="294987" y="1904999"/>
                  </a:lnTo>
                  <a:lnTo>
                    <a:pt x="323367" y="1943099"/>
                  </a:lnTo>
                  <a:lnTo>
                    <a:pt x="353022" y="1981199"/>
                  </a:lnTo>
                  <a:lnTo>
                    <a:pt x="383914" y="2006599"/>
                  </a:lnTo>
                  <a:lnTo>
                    <a:pt x="416004" y="2044699"/>
                  </a:lnTo>
                  <a:lnTo>
                    <a:pt x="449256" y="2070099"/>
                  </a:lnTo>
                  <a:lnTo>
                    <a:pt x="483631" y="2095499"/>
                  </a:lnTo>
                  <a:lnTo>
                    <a:pt x="519093" y="2120899"/>
                  </a:lnTo>
                  <a:lnTo>
                    <a:pt x="555603" y="2146299"/>
                  </a:lnTo>
                  <a:lnTo>
                    <a:pt x="593124" y="2171699"/>
                  </a:lnTo>
                  <a:lnTo>
                    <a:pt x="631618" y="2197099"/>
                  </a:lnTo>
                  <a:lnTo>
                    <a:pt x="671048" y="2222499"/>
                  </a:lnTo>
                  <a:lnTo>
                    <a:pt x="711377" y="2235199"/>
                  </a:lnTo>
                  <a:lnTo>
                    <a:pt x="752565" y="2260599"/>
                  </a:lnTo>
                  <a:lnTo>
                    <a:pt x="837374" y="2285999"/>
                  </a:lnTo>
                  <a:lnTo>
                    <a:pt x="1015665" y="2336799"/>
                  </a:lnTo>
                  <a:lnTo>
                    <a:pt x="1061826" y="2336799"/>
                  </a:lnTo>
                  <a:lnTo>
                    <a:pt x="1108546" y="2349499"/>
                  </a:lnTo>
                  <a:lnTo>
                    <a:pt x="1530532" y="2349499"/>
                  </a:lnTo>
                  <a:lnTo>
                    <a:pt x="1440032" y="2374899"/>
                  </a:lnTo>
                  <a:close/>
                </a:path>
                <a:path w="2407284" h="2387600" extrusionOk="0">
                  <a:moveTo>
                    <a:pt x="1530532" y="2349499"/>
                  </a:moveTo>
                  <a:lnTo>
                    <a:pt x="1298484" y="2349499"/>
                  </a:lnTo>
                  <a:lnTo>
                    <a:pt x="1345204" y="2336799"/>
                  </a:lnTo>
                  <a:lnTo>
                    <a:pt x="1391364" y="2336799"/>
                  </a:lnTo>
                  <a:lnTo>
                    <a:pt x="1569655" y="2285999"/>
                  </a:lnTo>
                  <a:lnTo>
                    <a:pt x="1654464" y="2260599"/>
                  </a:lnTo>
                  <a:lnTo>
                    <a:pt x="1695653" y="2235199"/>
                  </a:lnTo>
                  <a:lnTo>
                    <a:pt x="1735982" y="2222499"/>
                  </a:lnTo>
                  <a:lnTo>
                    <a:pt x="1775412" y="2197099"/>
                  </a:lnTo>
                  <a:lnTo>
                    <a:pt x="1813907" y="2171699"/>
                  </a:lnTo>
                  <a:lnTo>
                    <a:pt x="1851428" y="2146299"/>
                  </a:lnTo>
                  <a:lnTo>
                    <a:pt x="1887938" y="2120899"/>
                  </a:lnTo>
                  <a:lnTo>
                    <a:pt x="1923400" y="2095499"/>
                  </a:lnTo>
                  <a:lnTo>
                    <a:pt x="1957776" y="2070099"/>
                  </a:lnTo>
                  <a:lnTo>
                    <a:pt x="1991028" y="2044699"/>
                  </a:lnTo>
                  <a:lnTo>
                    <a:pt x="2023119" y="2006599"/>
                  </a:lnTo>
                  <a:lnTo>
                    <a:pt x="2054011" y="1981199"/>
                  </a:lnTo>
                  <a:lnTo>
                    <a:pt x="2083666" y="1943099"/>
                  </a:lnTo>
                  <a:lnTo>
                    <a:pt x="2112048" y="1904999"/>
                  </a:lnTo>
                  <a:lnTo>
                    <a:pt x="2139117" y="1879599"/>
                  </a:lnTo>
                  <a:lnTo>
                    <a:pt x="2164837" y="1841499"/>
                  </a:lnTo>
                  <a:lnTo>
                    <a:pt x="2189171" y="1803399"/>
                  </a:lnTo>
                  <a:lnTo>
                    <a:pt x="2212080" y="1765299"/>
                  </a:lnTo>
                  <a:lnTo>
                    <a:pt x="2233526" y="1727199"/>
                  </a:lnTo>
                  <a:lnTo>
                    <a:pt x="2253474" y="1676399"/>
                  </a:lnTo>
                  <a:lnTo>
                    <a:pt x="2271883" y="1638299"/>
                  </a:lnTo>
                  <a:lnTo>
                    <a:pt x="2288718" y="1600199"/>
                  </a:lnTo>
                  <a:lnTo>
                    <a:pt x="2303941" y="1562099"/>
                  </a:lnTo>
                  <a:lnTo>
                    <a:pt x="2317513" y="1511299"/>
                  </a:lnTo>
                  <a:lnTo>
                    <a:pt x="2329398" y="1473199"/>
                  </a:lnTo>
                  <a:lnTo>
                    <a:pt x="2339557" y="1422399"/>
                  </a:lnTo>
                  <a:lnTo>
                    <a:pt x="2347954" y="1384299"/>
                  </a:lnTo>
                  <a:lnTo>
                    <a:pt x="2354550" y="1333499"/>
                  </a:lnTo>
                  <a:lnTo>
                    <a:pt x="2359308" y="1282699"/>
                  </a:lnTo>
                  <a:lnTo>
                    <a:pt x="2362191" y="1231899"/>
                  </a:lnTo>
                  <a:lnTo>
                    <a:pt x="2363160" y="1193799"/>
                  </a:lnTo>
                  <a:lnTo>
                    <a:pt x="2362191" y="1142999"/>
                  </a:lnTo>
                  <a:lnTo>
                    <a:pt x="2359308" y="1092199"/>
                  </a:lnTo>
                  <a:lnTo>
                    <a:pt x="2354550" y="1054099"/>
                  </a:lnTo>
                  <a:lnTo>
                    <a:pt x="2347954" y="1003299"/>
                  </a:lnTo>
                  <a:lnTo>
                    <a:pt x="2339557" y="952499"/>
                  </a:lnTo>
                  <a:lnTo>
                    <a:pt x="2329398" y="914399"/>
                  </a:lnTo>
                  <a:lnTo>
                    <a:pt x="2317513" y="863599"/>
                  </a:lnTo>
                  <a:lnTo>
                    <a:pt x="2303941" y="825499"/>
                  </a:lnTo>
                  <a:lnTo>
                    <a:pt x="2288718" y="787399"/>
                  </a:lnTo>
                  <a:lnTo>
                    <a:pt x="2271883" y="736599"/>
                  </a:lnTo>
                  <a:lnTo>
                    <a:pt x="2253474" y="698499"/>
                  </a:lnTo>
                  <a:lnTo>
                    <a:pt x="2233526" y="660399"/>
                  </a:lnTo>
                  <a:lnTo>
                    <a:pt x="2212080" y="622299"/>
                  </a:lnTo>
                  <a:lnTo>
                    <a:pt x="2189171" y="584199"/>
                  </a:lnTo>
                  <a:lnTo>
                    <a:pt x="2164837" y="546099"/>
                  </a:lnTo>
                  <a:lnTo>
                    <a:pt x="2139117" y="507999"/>
                  </a:lnTo>
                  <a:lnTo>
                    <a:pt x="2112048" y="469899"/>
                  </a:lnTo>
                  <a:lnTo>
                    <a:pt x="2083666" y="431799"/>
                  </a:lnTo>
                  <a:lnTo>
                    <a:pt x="2054011" y="406399"/>
                  </a:lnTo>
                  <a:lnTo>
                    <a:pt x="2023119" y="368299"/>
                  </a:lnTo>
                  <a:lnTo>
                    <a:pt x="1991028" y="342899"/>
                  </a:lnTo>
                  <a:lnTo>
                    <a:pt x="1957776" y="304799"/>
                  </a:lnTo>
                  <a:lnTo>
                    <a:pt x="1923400" y="279399"/>
                  </a:lnTo>
                  <a:lnTo>
                    <a:pt x="1887938" y="253999"/>
                  </a:lnTo>
                  <a:lnTo>
                    <a:pt x="1851428" y="228599"/>
                  </a:lnTo>
                  <a:lnTo>
                    <a:pt x="1813907" y="203199"/>
                  </a:lnTo>
                  <a:lnTo>
                    <a:pt x="1775412" y="177799"/>
                  </a:lnTo>
                  <a:lnTo>
                    <a:pt x="1735982" y="165099"/>
                  </a:lnTo>
                  <a:lnTo>
                    <a:pt x="1695653" y="139699"/>
                  </a:lnTo>
                  <a:lnTo>
                    <a:pt x="1654464" y="126999"/>
                  </a:lnTo>
                  <a:lnTo>
                    <a:pt x="1612452" y="101599"/>
                  </a:lnTo>
                  <a:lnTo>
                    <a:pt x="1436926" y="50799"/>
                  </a:lnTo>
                  <a:lnTo>
                    <a:pt x="1391364" y="50799"/>
                  </a:lnTo>
                  <a:lnTo>
                    <a:pt x="1345204" y="38099"/>
                  </a:lnTo>
                  <a:lnTo>
                    <a:pt x="1251242" y="38099"/>
                  </a:lnTo>
                  <a:lnTo>
                    <a:pt x="1203515" y="25399"/>
                  </a:lnTo>
                  <a:lnTo>
                    <a:pt x="1485611" y="25399"/>
                  </a:lnTo>
                  <a:lnTo>
                    <a:pt x="1660977" y="76199"/>
                  </a:lnTo>
                  <a:lnTo>
                    <a:pt x="1702899" y="101599"/>
                  </a:lnTo>
                  <a:lnTo>
                    <a:pt x="1743981" y="114299"/>
                  </a:lnTo>
                  <a:lnTo>
                    <a:pt x="1784187" y="139699"/>
                  </a:lnTo>
                  <a:lnTo>
                    <a:pt x="1823479" y="165099"/>
                  </a:lnTo>
                  <a:lnTo>
                    <a:pt x="1861823" y="177799"/>
                  </a:lnTo>
                  <a:lnTo>
                    <a:pt x="1899182" y="203199"/>
                  </a:lnTo>
                  <a:lnTo>
                    <a:pt x="1935520" y="241299"/>
                  </a:lnTo>
                  <a:lnTo>
                    <a:pt x="1970800" y="266699"/>
                  </a:lnTo>
                  <a:lnTo>
                    <a:pt x="2004986" y="292099"/>
                  </a:lnTo>
                  <a:lnTo>
                    <a:pt x="2038042" y="330199"/>
                  </a:lnTo>
                  <a:lnTo>
                    <a:pt x="2069932" y="355599"/>
                  </a:lnTo>
                  <a:lnTo>
                    <a:pt x="2100619" y="393699"/>
                  </a:lnTo>
                  <a:lnTo>
                    <a:pt x="2130068" y="419099"/>
                  </a:lnTo>
                  <a:lnTo>
                    <a:pt x="2158242" y="457199"/>
                  </a:lnTo>
                  <a:lnTo>
                    <a:pt x="2185104" y="495299"/>
                  </a:lnTo>
                  <a:lnTo>
                    <a:pt x="2210620" y="533399"/>
                  </a:lnTo>
                  <a:lnTo>
                    <a:pt x="2234751" y="571499"/>
                  </a:lnTo>
                  <a:lnTo>
                    <a:pt x="2257463" y="609599"/>
                  </a:lnTo>
                  <a:lnTo>
                    <a:pt x="2278719" y="647699"/>
                  </a:lnTo>
                  <a:lnTo>
                    <a:pt x="2298483" y="685799"/>
                  </a:lnTo>
                  <a:lnTo>
                    <a:pt x="2316718" y="736599"/>
                  </a:lnTo>
                  <a:lnTo>
                    <a:pt x="2333388" y="774699"/>
                  </a:lnTo>
                  <a:lnTo>
                    <a:pt x="2348457" y="825499"/>
                  </a:lnTo>
                  <a:lnTo>
                    <a:pt x="2361889" y="863599"/>
                  </a:lnTo>
                  <a:lnTo>
                    <a:pt x="2373648" y="914399"/>
                  </a:lnTo>
                  <a:lnTo>
                    <a:pt x="2383697" y="952499"/>
                  </a:lnTo>
                  <a:lnTo>
                    <a:pt x="2392000" y="1003299"/>
                  </a:lnTo>
                  <a:lnTo>
                    <a:pt x="2398521" y="1041399"/>
                  </a:lnTo>
                  <a:lnTo>
                    <a:pt x="2403224" y="1092199"/>
                  </a:lnTo>
                  <a:lnTo>
                    <a:pt x="2406073" y="1142999"/>
                  </a:lnTo>
                  <a:lnTo>
                    <a:pt x="2407030" y="1193799"/>
                  </a:lnTo>
                  <a:lnTo>
                    <a:pt x="2406073" y="1244599"/>
                  </a:lnTo>
                  <a:lnTo>
                    <a:pt x="2403224" y="1282699"/>
                  </a:lnTo>
                  <a:lnTo>
                    <a:pt x="2398521" y="1333499"/>
                  </a:lnTo>
                  <a:lnTo>
                    <a:pt x="2392000" y="1384299"/>
                  </a:lnTo>
                  <a:lnTo>
                    <a:pt x="2383697" y="1422399"/>
                  </a:lnTo>
                  <a:lnTo>
                    <a:pt x="2373648" y="1473199"/>
                  </a:lnTo>
                  <a:lnTo>
                    <a:pt x="2361889" y="1511299"/>
                  </a:lnTo>
                  <a:lnTo>
                    <a:pt x="2348457" y="1562099"/>
                  </a:lnTo>
                  <a:lnTo>
                    <a:pt x="2333388" y="1600199"/>
                  </a:lnTo>
                  <a:lnTo>
                    <a:pt x="2316718" y="1650999"/>
                  </a:lnTo>
                  <a:lnTo>
                    <a:pt x="2298483" y="1689099"/>
                  </a:lnTo>
                  <a:lnTo>
                    <a:pt x="2278719" y="1727199"/>
                  </a:lnTo>
                  <a:lnTo>
                    <a:pt x="2257463" y="1765299"/>
                  </a:lnTo>
                  <a:lnTo>
                    <a:pt x="2234751" y="1816099"/>
                  </a:lnTo>
                  <a:lnTo>
                    <a:pt x="2210620" y="1854199"/>
                  </a:lnTo>
                  <a:lnTo>
                    <a:pt x="2185104" y="1892299"/>
                  </a:lnTo>
                  <a:lnTo>
                    <a:pt x="2158242" y="1917699"/>
                  </a:lnTo>
                  <a:lnTo>
                    <a:pt x="2130068" y="1955799"/>
                  </a:lnTo>
                  <a:lnTo>
                    <a:pt x="2100619" y="1993899"/>
                  </a:lnTo>
                  <a:lnTo>
                    <a:pt x="2069932" y="2019299"/>
                  </a:lnTo>
                  <a:lnTo>
                    <a:pt x="2038042" y="2057399"/>
                  </a:lnTo>
                  <a:lnTo>
                    <a:pt x="2004986" y="2082799"/>
                  </a:lnTo>
                  <a:lnTo>
                    <a:pt x="1970800" y="2120899"/>
                  </a:lnTo>
                  <a:lnTo>
                    <a:pt x="1935520" y="2146299"/>
                  </a:lnTo>
                  <a:lnTo>
                    <a:pt x="1899182" y="2171699"/>
                  </a:lnTo>
                  <a:lnTo>
                    <a:pt x="1861823" y="2197099"/>
                  </a:lnTo>
                  <a:lnTo>
                    <a:pt x="1823479" y="2222499"/>
                  </a:lnTo>
                  <a:lnTo>
                    <a:pt x="1784187" y="2247899"/>
                  </a:lnTo>
                  <a:lnTo>
                    <a:pt x="1743981" y="2260599"/>
                  </a:lnTo>
                  <a:lnTo>
                    <a:pt x="1702899" y="2285999"/>
                  </a:lnTo>
                  <a:lnTo>
                    <a:pt x="1660977" y="2298699"/>
                  </a:lnTo>
                  <a:lnTo>
                    <a:pt x="1618251" y="2324099"/>
                  </a:lnTo>
                  <a:lnTo>
                    <a:pt x="1530532" y="2349499"/>
                  </a:lnTo>
                  <a:close/>
                </a:path>
                <a:path w="2407284" h="2387600" extrusionOk="0">
                  <a:moveTo>
                    <a:pt x="1347040" y="2387599"/>
                  </a:moveTo>
                  <a:lnTo>
                    <a:pt x="1059991" y="2387599"/>
                  </a:lnTo>
                  <a:lnTo>
                    <a:pt x="1013202" y="2374899"/>
                  </a:lnTo>
                  <a:lnTo>
                    <a:pt x="1393829" y="2374899"/>
                  </a:lnTo>
                  <a:lnTo>
                    <a:pt x="1347040" y="2387599"/>
                  </a:lnTo>
                  <a:close/>
                </a:path>
              </a:pathLst>
            </a:custGeom>
            <a:solidFill>
              <a:srgbClr val="0F0E0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68" name="Google Shape;168;p14"/>
            <p:cNvSpPr/>
            <p:nvPr/>
          </p:nvSpPr>
          <p:spPr>
            <a:xfrm>
              <a:off x="5714627" y="3122754"/>
              <a:ext cx="6581775" cy="2613025"/>
            </a:xfrm>
            <a:custGeom>
              <a:avLst/>
              <a:gdLst/>
              <a:ahLst/>
              <a:cxnLst/>
              <a:rect l="l" t="t" r="r" b="b"/>
              <a:pathLst>
                <a:path w="6581775" h="2613025" extrusionOk="0">
                  <a:moveTo>
                    <a:pt x="6581780" y="2008299"/>
                  </a:moveTo>
                  <a:lnTo>
                    <a:pt x="0" y="2008299"/>
                  </a:lnTo>
                  <a:lnTo>
                    <a:pt x="0" y="0"/>
                  </a:lnTo>
                  <a:lnTo>
                    <a:pt x="6581780" y="0"/>
                  </a:lnTo>
                  <a:lnTo>
                    <a:pt x="6581780" y="2008299"/>
                  </a:lnTo>
                  <a:close/>
                </a:path>
                <a:path w="6581775" h="2613025" extrusionOk="0">
                  <a:moveTo>
                    <a:pt x="506156" y="2612422"/>
                  </a:moveTo>
                  <a:lnTo>
                    <a:pt x="506156" y="2008299"/>
                  </a:lnTo>
                  <a:lnTo>
                    <a:pt x="1489896" y="2008299"/>
                  </a:lnTo>
                  <a:lnTo>
                    <a:pt x="506156" y="2612422"/>
                  </a:lnTo>
                  <a:close/>
                </a:path>
              </a:pathLst>
            </a:custGeom>
            <a:solidFill>
              <a:srgbClr val="CCCCC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69" name="Google Shape;169;p14"/>
            <p:cNvPicPr preferRelativeResize="0"/>
            <p:nvPr/>
          </p:nvPicPr>
          <p:blipFill rotWithShape="1">
            <a:blip r:embed="rId4">
              <a:alphaModFix/>
            </a:blip>
            <a:srcRect/>
            <a:stretch/>
          </p:blipFill>
          <p:spPr>
            <a:xfrm>
              <a:off x="7861359" y="6929915"/>
              <a:ext cx="2363971" cy="2362200"/>
            </a:xfrm>
            <a:prstGeom prst="rect">
              <a:avLst/>
            </a:prstGeom>
            <a:noFill/>
            <a:ln>
              <a:noFill/>
            </a:ln>
          </p:spPr>
        </p:pic>
        <p:sp>
          <p:nvSpPr>
            <p:cNvPr id="170" name="Google Shape;170;p14"/>
            <p:cNvSpPr/>
            <p:nvPr/>
          </p:nvSpPr>
          <p:spPr>
            <a:xfrm>
              <a:off x="7839829" y="6913734"/>
              <a:ext cx="2407285" cy="2387600"/>
            </a:xfrm>
            <a:custGeom>
              <a:avLst/>
              <a:gdLst/>
              <a:ahLst/>
              <a:cxnLst/>
              <a:rect l="l" t="t" r="r" b="b"/>
              <a:pathLst>
                <a:path w="2407284" h="2387600" extrusionOk="0">
                  <a:moveTo>
                    <a:pt x="1440032" y="2374899"/>
                  </a:moveTo>
                  <a:lnTo>
                    <a:pt x="967000" y="2374899"/>
                  </a:lnTo>
                  <a:lnTo>
                    <a:pt x="788781" y="2324099"/>
                  </a:lnTo>
                  <a:lnTo>
                    <a:pt x="746055" y="2298699"/>
                  </a:lnTo>
                  <a:lnTo>
                    <a:pt x="704133" y="2285999"/>
                  </a:lnTo>
                  <a:lnTo>
                    <a:pt x="663051" y="2260599"/>
                  </a:lnTo>
                  <a:lnTo>
                    <a:pt x="622846" y="2247899"/>
                  </a:lnTo>
                  <a:lnTo>
                    <a:pt x="583553" y="2222499"/>
                  </a:lnTo>
                  <a:lnTo>
                    <a:pt x="545209" y="2197099"/>
                  </a:lnTo>
                  <a:lnTo>
                    <a:pt x="507850" y="2171699"/>
                  </a:lnTo>
                  <a:lnTo>
                    <a:pt x="471512" y="2146299"/>
                  </a:lnTo>
                  <a:lnTo>
                    <a:pt x="436232" y="2120899"/>
                  </a:lnTo>
                  <a:lnTo>
                    <a:pt x="402046" y="2082799"/>
                  </a:lnTo>
                  <a:lnTo>
                    <a:pt x="368990" y="2057399"/>
                  </a:lnTo>
                  <a:lnTo>
                    <a:pt x="337100" y="2019299"/>
                  </a:lnTo>
                  <a:lnTo>
                    <a:pt x="306412" y="1993899"/>
                  </a:lnTo>
                  <a:lnTo>
                    <a:pt x="276963" y="1955799"/>
                  </a:lnTo>
                  <a:lnTo>
                    <a:pt x="248789" y="1917699"/>
                  </a:lnTo>
                  <a:lnTo>
                    <a:pt x="221927" y="1892299"/>
                  </a:lnTo>
                  <a:lnTo>
                    <a:pt x="196411" y="1854199"/>
                  </a:lnTo>
                  <a:lnTo>
                    <a:pt x="172279" y="1816099"/>
                  </a:lnTo>
                  <a:lnTo>
                    <a:pt x="149567" y="1765299"/>
                  </a:lnTo>
                  <a:lnTo>
                    <a:pt x="128311" y="1727199"/>
                  </a:lnTo>
                  <a:lnTo>
                    <a:pt x="108548" y="1689099"/>
                  </a:lnTo>
                  <a:lnTo>
                    <a:pt x="90313" y="1650999"/>
                  </a:lnTo>
                  <a:lnTo>
                    <a:pt x="73642" y="1600199"/>
                  </a:lnTo>
                  <a:lnTo>
                    <a:pt x="58573" y="1562099"/>
                  </a:lnTo>
                  <a:lnTo>
                    <a:pt x="45140" y="1511299"/>
                  </a:lnTo>
                  <a:lnTo>
                    <a:pt x="33382" y="1473199"/>
                  </a:lnTo>
                  <a:lnTo>
                    <a:pt x="23333" y="1422399"/>
                  </a:lnTo>
                  <a:lnTo>
                    <a:pt x="15029" y="1384299"/>
                  </a:lnTo>
                  <a:lnTo>
                    <a:pt x="8508" y="1333499"/>
                  </a:lnTo>
                  <a:lnTo>
                    <a:pt x="3805" y="1282699"/>
                  </a:lnTo>
                  <a:lnTo>
                    <a:pt x="957" y="1244599"/>
                  </a:lnTo>
                  <a:lnTo>
                    <a:pt x="0" y="1193799"/>
                  </a:lnTo>
                  <a:lnTo>
                    <a:pt x="957" y="1142999"/>
                  </a:lnTo>
                  <a:lnTo>
                    <a:pt x="3805" y="1092199"/>
                  </a:lnTo>
                  <a:lnTo>
                    <a:pt x="8508" y="1041399"/>
                  </a:lnTo>
                  <a:lnTo>
                    <a:pt x="15029" y="1003299"/>
                  </a:lnTo>
                  <a:lnTo>
                    <a:pt x="23333" y="952499"/>
                  </a:lnTo>
                  <a:lnTo>
                    <a:pt x="33382" y="914399"/>
                  </a:lnTo>
                  <a:lnTo>
                    <a:pt x="45141" y="863599"/>
                  </a:lnTo>
                  <a:lnTo>
                    <a:pt x="58573" y="825499"/>
                  </a:lnTo>
                  <a:lnTo>
                    <a:pt x="73643" y="774699"/>
                  </a:lnTo>
                  <a:lnTo>
                    <a:pt x="90313" y="736599"/>
                  </a:lnTo>
                  <a:lnTo>
                    <a:pt x="108549" y="685799"/>
                  </a:lnTo>
                  <a:lnTo>
                    <a:pt x="128312" y="647699"/>
                  </a:lnTo>
                  <a:lnTo>
                    <a:pt x="149568" y="609599"/>
                  </a:lnTo>
                  <a:lnTo>
                    <a:pt x="172281" y="571499"/>
                  </a:lnTo>
                  <a:lnTo>
                    <a:pt x="196412" y="533399"/>
                  </a:lnTo>
                  <a:lnTo>
                    <a:pt x="221928" y="495299"/>
                  </a:lnTo>
                  <a:lnTo>
                    <a:pt x="248791" y="457199"/>
                  </a:lnTo>
                  <a:lnTo>
                    <a:pt x="276965" y="419099"/>
                  </a:lnTo>
                  <a:lnTo>
                    <a:pt x="306414" y="393699"/>
                  </a:lnTo>
                  <a:lnTo>
                    <a:pt x="337102" y="355599"/>
                  </a:lnTo>
                  <a:lnTo>
                    <a:pt x="368992" y="330199"/>
                  </a:lnTo>
                  <a:lnTo>
                    <a:pt x="402048" y="292099"/>
                  </a:lnTo>
                  <a:lnTo>
                    <a:pt x="436234" y="266699"/>
                  </a:lnTo>
                  <a:lnTo>
                    <a:pt x="471514" y="241299"/>
                  </a:lnTo>
                  <a:lnTo>
                    <a:pt x="507852" y="203199"/>
                  </a:lnTo>
                  <a:lnTo>
                    <a:pt x="545211" y="177799"/>
                  </a:lnTo>
                  <a:lnTo>
                    <a:pt x="583555" y="165099"/>
                  </a:lnTo>
                  <a:lnTo>
                    <a:pt x="622848" y="139699"/>
                  </a:lnTo>
                  <a:lnTo>
                    <a:pt x="663053" y="114299"/>
                  </a:lnTo>
                  <a:lnTo>
                    <a:pt x="704135" y="101599"/>
                  </a:lnTo>
                  <a:lnTo>
                    <a:pt x="746057" y="76199"/>
                  </a:lnTo>
                  <a:lnTo>
                    <a:pt x="921422" y="25399"/>
                  </a:lnTo>
                  <a:lnTo>
                    <a:pt x="1013204" y="0"/>
                  </a:lnTo>
                  <a:lnTo>
                    <a:pt x="1393829" y="0"/>
                  </a:lnTo>
                  <a:lnTo>
                    <a:pt x="1485611" y="25399"/>
                  </a:lnTo>
                  <a:lnTo>
                    <a:pt x="1203515" y="25399"/>
                  </a:lnTo>
                  <a:lnTo>
                    <a:pt x="1155788" y="38099"/>
                  </a:lnTo>
                  <a:lnTo>
                    <a:pt x="1061826" y="38099"/>
                  </a:lnTo>
                  <a:lnTo>
                    <a:pt x="1015666" y="50799"/>
                  </a:lnTo>
                  <a:lnTo>
                    <a:pt x="970103" y="50799"/>
                  </a:lnTo>
                  <a:lnTo>
                    <a:pt x="794578" y="101599"/>
                  </a:lnTo>
                  <a:lnTo>
                    <a:pt x="752566" y="126999"/>
                  </a:lnTo>
                  <a:lnTo>
                    <a:pt x="711377" y="139699"/>
                  </a:lnTo>
                  <a:lnTo>
                    <a:pt x="671048" y="165099"/>
                  </a:lnTo>
                  <a:lnTo>
                    <a:pt x="631618" y="177799"/>
                  </a:lnTo>
                  <a:lnTo>
                    <a:pt x="593124" y="203199"/>
                  </a:lnTo>
                  <a:lnTo>
                    <a:pt x="555603" y="228599"/>
                  </a:lnTo>
                  <a:lnTo>
                    <a:pt x="519093" y="253999"/>
                  </a:lnTo>
                  <a:lnTo>
                    <a:pt x="483631" y="279399"/>
                  </a:lnTo>
                  <a:lnTo>
                    <a:pt x="449256" y="304799"/>
                  </a:lnTo>
                  <a:lnTo>
                    <a:pt x="416004" y="342899"/>
                  </a:lnTo>
                  <a:lnTo>
                    <a:pt x="383914" y="368299"/>
                  </a:lnTo>
                  <a:lnTo>
                    <a:pt x="353023" y="406399"/>
                  </a:lnTo>
                  <a:lnTo>
                    <a:pt x="323368" y="431799"/>
                  </a:lnTo>
                  <a:lnTo>
                    <a:pt x="294987" y="469899"/>
                  </a:lnTo>
                  <a:lnTo>
                    <a:pt x="267918" y="507999"/>
                  </a:lnTo>
                  <a:lnTo>
                    <a:pt x="242198" y="546099"/>
                  </a:lnTo>
                  <a:lnTo>
                    <a:pt x="217865" y="584199"/>
                  </a:lnTo>
                  <a:lnTo>
                    <a:pt x="194957" y="622299"/>
                  </a:lnTo>
                  <a:lnTo>
                    <a:pt x="173510" y="660399"/>
                  </a:lnTo>
                  <a:lnTo>
                    <a:pt x="153564" y="698499"/>
                  </a:lnTo>
                  <a:lnTo>
                    <a:pt x="135154" y="736599"/>
                  </a:lnTo>
                  <a:lnTo>
                    <a:pt x="118320" y="787399"/>
                  </a:lnTo>
                  <a:lnTo>
                    <a:pt x="103097" y="825499"/>
                  </a:lnTo>
                  <a:lnTo>
                    <a:pt x="89525" y="863599"/>
                  </a:lnTo>
                  <a:lnTo>
                    <a:pt x="77641" y="914399"/>
                  </a:lnTo>
                  <a:lnTo>
                    <a:pt x="67482" y="952499"/>
                  </a:lnTo>
                  <a:lnTo>
                    <a:pt x="59085" y="1003299"/>
                  </a:lnTo>
                  <a:lnTo>
                    <a:pt x="52489" y="1054099"/>
                  </a:lnTo>
                  <a:lnTo>
                    <a:pt x="47731" y="1092199"/>
                  </a:lnTo>
                  <a:lnTo>
                    <a:pt x="44849" y="1142999"/>
                  </a:lnTo>
                  <a:lnTo>
                    <a:pt x="43880" y="1193799"/>
                  </a:lnTo>
                  <a:lnTo>
                    <a:pt x="44849" y="1231899"/>
                  </a:lnTo>
                  <a:lnTo>
                    <a:pt x="47731" y="1282699"/>
                  </a:lnTo>
                  <a:lnTo>
                    <a:pt x="52489" y="1333499"/>
                  </a:lnTo>
                  <a:lnTo>
                    <a:pt x="59085" y="1384299"/>
                  </a:lnTo>
                  <a:lnTo>
                    <a:pt x="67482" y="1422399"/>
                  </a:lnTo>
                  <a:lnTo>
                    <a:pt x="77641" y="1473199"/>
                  </a:lnTo>
                  <a:lnTo>
                    <a:pt x="89525" y="1511299"/>
                  </a:lnTo>
                  <a:lnTo>
                    <a:pt x="103097" y="1562099"/>
                  </a:lnTo>
                  <a:lnTo>
                    <a:pt x="118320" y="1600199"/>
                  </a:lnTo>
                  <a:lnTo>
                    <a:pt x="135154" y="1638299"/>
                  </a:lnTo>
                  <a:lnTo>
                    <a:pt x="153564" y="1676399"/>
                  </a:lnTo>
                  <a:lnTo>
                    <a:pt x="173510" y="1727199"/>
                  </a:lnTo>
                  <a:lnTo>
                    <a:pt x="194957" y="1765299"/>
                  </a:lnTo>
                  <a:lnTo>
                    <a:pt x="217865" y="1803399"/>
                  </a:lnTo>
                  <a:lnTo>
                    <a:pt x="242198" y="1841499"/>
                  </a:lnTo>
                  <a:lnTo>
                    <a:pt x="267918" y="1879599"/>
                  </a:lnTo>
                  <a:lnTo>
                    <a:pt x="294987" y="1904999"/>
                  </a:lnTo>
                  <a:lnTo>
                    <a:pt x="323368" y="1943099"/>
                  </a:lnTo>
                  <a:lnTo>
                    <a:pt x="353023" y="1981199"/>
                  </a:lnTo>
                  <a:lnTo>
                    <a:pt x="383914" y="2006599"/>
                  </a:lnTo>
                  <a:lnTo>
                    <a:pt x="416004" y="2044699"/>
                  </a:lnTo>
                  <a:lnTo>
                    <a:pt x="449256" y="2070099"/>
                  </a:lnTo>
                  <a:lnTo>
                    <a:pt x="483631" y="2095499"/>
                  </a:lnTo>
                  <a:lnTo>
                    <a:pt x="519093" y="2120899"/>
                  </a:lnTo>
                  <a:lnTo>
                    <a:pt x="555603" y="2146299"/>
                  </a:lnTo>
                  <a:lnTo>
                    <a:pt x="593124" y="2171699"/>
                  </a:lnTo>
                  <a:lnTo>
                    <a:pt x="631618" y="2197099"/>
                  </a:lnTo>
                  <a:lnTo>
                    <a:pt x="671048" y="2222499"/>
                  </a:lnTo>
                  <a:lnTo>
                    <a:pt x="711377" y="2235199"/>
                  </a:lnTo>
                  <a:lnTo>
                    <a:pt x="752566" y="2260599"/>
                  </a:lnTo>
                  <a:lnTo>
                    <a:pt x="837375" y="2285999"/>
                  </a:lnTo>
                  <a:lnTo>
                    <a:pt x="1015666" y="2336799"/>
                  </a:lnTo>
                  <a:lnTo>
                    <a:pt x="1061826" y="2336799"/>
                  </a:lnTo>
                  <a:lnTo>
                    <a:pt x="1108546" y="2349499"/>
                  </a:lnTo>
                  <a:lnTo>
                    <a:pt x="1530532" y="2349499"/>
                  </a:lnTo>
                  <a:lnTo>
                    <a:pt x="1440032" y="2374899"/>
                  </a:lnTo>
                  <a:close/>
                </a:path>
                <a:path w="2407284" h="2387600" extrusionOk="0">
                  <a:moveTo>
                    <a:pt x="1530532" y="2349499"/>
                  </a:moveTo>
                  <a:lnTo>
                    <a:pt x="1298484" y="2349499"/>
                  </a:lnTo>
                  <a:lnTo>
                    <a:pt x="1345204" y="2336799"/>
                  </a:lnTo>
                  <a:lnTo>
                    <a:pt x="1391364" y="2336799"/>
                  </a:lnTo>
                  <a:lnTo>
                    <a:pt x="1569655" y="2285999"/>
                  </a:lnTo>
                  <a:lnTo>
                    <a:pt x="1654464" y="2260599"/>
                  </a:lnTo>
                  <a:lnTo>
                    <a:pt x="1695653" y="2235199"/>
                  </a:lnTo>
                  <a:lnTo>
                    <a:pt x="1735982" y="2222499"/>
                  </a:lnTo>
                  <a:lnTo>
                    <a:pt x="1775412" y="2197099"/>
                  </a:lnTo>
                  <a:lnTo>
                    <a:pt x="1813907" y="2171699"/>
                  </a:lnTo>
                  <a:lnTo>
                    <a:pt x="1851428" y="2146299"/>
                  </a:lnTo>
                  <a:lnTo>
                    <a:pt x="1887939" y="2120899"/>
                  </a:lnTo>
                  <a:lnTo>
                    <a:pt x="1923401" y="2095499"/>
                  </a:lnTo>
                  <a:lnTo>
                    <a:pt x="1957776" y="2070099"/>
                  </a:lnTo>
                  <a:lnTo>
                    <a:pt x="1991028" y="2044699"/>
                  </a:lnTo>
                  <a:lnTo>
                    <a:pt x="2023119" y="2006599"/>
                  </a:lnTo>
                  <a:lnTo>
                    <a:pt x="2054011" y="1981199"/>
                  </a:lnTo>
                  <a:lnTo>
                    <a:pt x="2083666" y="1943099"/>
                  </a:lnTo>
                  <a:lnTo>
                    <a:pt x="2112048" y="1904999"/>
                  </a:lnTo>
                  <a:lnTo>
                    <a:pt x="2139117" y="1879599"/>
                  </a:lnTo>
                  <a:lnTo>
                    <a:pt x="2164838" y="1841499"/>
                  </a:lnTo>
                  <a:lnTo>
                    <a:pt x="2189171" y="1803399"/>
                  </a:lnTo>
                  <a:lnTo>
                    <a:pt x="2212080" y="1765299"/>
                  </a:lnTo>
                  <a:lnTo>
                    <a:pt x="2233527" y="1727199"/>
                  </a:lnTo>
                  <a:lnTo>
                    <a:pt x="2253474" y="1676399"/>
                  </a:lnTo>
                  <a:lnTo>
                    <a:pt x="2271884" y="1638299"/>
                  </a:lnTo>
                  <a:lnTo>
                    <a:pt x="2288719" y="1600199"/>
                  </a:lnTo>
                  <a:lnTo>
                    <a:pt x="2303941" y="1562099"/>
                  </a:lnTo>
                  <a:lnTo>
                    <a:pt x="2317513" y="1511299"/>
                  </a:lnTo>
                  <a:lnTo>
                    <a:pt x="2329398" y="1473199"/>
                  </a:lnTo>
                  <a:lnTo>
                    <a:pt x="2339558" y="1422399"/>
                  </a:lnTo>
                  <a:lnTo>
                    <a:pt x="2347954" y="1384299"/>
                  </a:lnTo>
                  <a:lnTo>
                    <a:pt x="2354550" y="1333499"/>
                  </a:lnTo>
                  <a:lnTo>
                    <a:pt x="2359308" y="1282699"/>
                  </a:lnTo>
                  <a:lnTo>
                    <a:pt x="2362191" y="1231899"/>
                  </a:lnTo>
                  <a:lnTo>
                    <a:pt x="2363160" y="1193799"/>
                  </a:lnTo>
                  <a:lnTo>
                    <a:pt x="2362191" y="1142999"/>
                  </a:lnTo>
                  <a:lnTo>
                    <a:pt x="2359308" y="1092199"/>
                  </a:lnTo>
                  <a:lnTo>
                    <a:pt x="2354550" y="1054099"/>
                  </a:lnTo>
                  <a:lnTo>
                    <a:pt x="2347954" y="1003299"/>
                  </a:lnTo>
                  <a:lnTo>
                    <a:pt x="2339558" y="952499"/>
                  </a:lnTo>
                  <a:lnTo>
                    <a:pt x="2329398" y="914399"/>
                  </a:lnTo>
                  <a:lnTo>
                    <a:pt x="2317513" y="863599"/>
                  </a:lnTo>
                  <a:lnTo>
                    <a:pt x="2303941" y="825499"/>
                  </a:lnTo>
                  <a:lnTo>
                    <a:pt x="2288719" y="787399"/>
                  </a:lnTo>
                  <a:lnTo>
                    <a:pt x="2271884" y="736599"/>
                  </a:lnTo>
                  <a:lnTo>
                    <a:pt x="2253474" y="698499"/>
                  </a:lnTo>
                  <a:lnTo>
                    <a:pt x="2233527" y="660399"/>
                  </a:lnTo>
                  <a:lnTo>
                    <a:pt x="2212080" y="622299"/>
                  </a:lnTo>
                  <a:lnTo>
                    <a:pt x="2189171" y="584199"/>
                  </a:lnTo>
                  <a:lnTo>
                    <a:pt x="2164838" y="546099"/>
                  </a:lnTo>
                  <a:lnTo>
                    <a:pt x="2139117" y="507999"/>
                  </a:lnTo>
                  <a:lnTo>
                    <a:pt x="2112048" y="469899"/>
                  </a:lnTo>
                  <a:lnTo>
                    <a:pt x="2083666" y="431799"/>
                  </a:lnTo>
                  <a:lnTo>
                    <a:pt x="2054011" y="406399"/>
                  </a:lnTo>
                  <a:lnTo>
                    <a:pt x="2023119" y="368299"/>
                  </a:lnTo>
                  <a:lnTo>
                    <a:pt x="1991028" y="342899"/>
                  </a:lnTo>
                  <a:lnTo>
                    <a:pt x="1957776" y="304799"/>
                  </a:lnTo>
                  <a:lnTo>
                    <a:pt x="1923401" y="279399"/>
                  </a:lnTo>
                  <a:lnTo>
                    <a:pt x="1887939" y="253999"/>
                  </a:lnTo>
                  <a:lnTo>
                    <a:pt x="1851428" y="228599"/>
                  </a:lnTo>
                  <a:lnTo>
                    <a:pt x="1813907" y="203199"/>
                  </a:lnTo>
                  <a:lnTo>
                    <a:pt x="1775412" y="177799"/>
                  </a:lnTo>
                  <a:lnTo>
                    <a:pt x="1735982" y="165099"/>
                  </a:lnTo>
                  <a:lnTo>
                    <a:pt x="1695653" y="139699"/>
                  </a:lnTo>
                  <a:lnTo>
                    <a:pt x="1654464" y="126999"/>
                  </a:lnTo>
                  <a:lnTo>
                    <a:pt x="1612452" y="101599"/>
                  </a:lnTo>
                  <a:lnTo>
                    <a:pt x="1436927" y="50799"/>
                  </a:lnTo>
                  <a:lnTo>
                    <a:pt x="1391364" y="50799"/>
                  </a:lnTo>
                  <a:lnTo>
                    <a:pt x="1345204" y="38099"/>
                  </a:lnTo>
                  <a:lnTo>
                    <a:pt x="1251242" y="38099"/>
                  </a:lnTo>
                  <a:lnTo>
                    <a:pt x="1203515" y="25399"/>
                  </a:lnTo>
                  <a:lnTo>
                    <a:pt x="1485611" y="25399"/>
                  </a:lnTo>
                  <a:lnTo>
                    <a:pt x="1660977" y="76199"/>
                  </a:lnTo>
                  <a:lnTo>
                    <a:pt x="1702899" y="101599"/>
                  </a:lnTo>
                  <a:lnTo>
                    <a:pt x="1743981" y="114299"/>
                  </a:lnTo>
                  <a:lnTo>
                    <a:pt x="1784187" y="139699"/>
                  </a:lnTo>
                  <a:lnTo>
                    <a:pt x="1823479" y="165099"/>
                  </a:lnTo>
                  <a:lnTo>
                    <a:pt x="1861823" y="177799"/>
                  </a:lnTo>
                  <a:lnTo>
                    <a:pt x="1899182" y="203199"/>
                  </a:lnTo>
                  <a:lnTo>
                    <a:pt x="1935520" y="241299"/>
                  </a:lnTo>
                  <a:lnTo>
                    <a:pt x="1970800" y="266699"/>
                  </a:lnTo>
                  <a:lnTo>
                    <a:pt x="2004986" y="292099"/>
                  </a:lnTo>
                  <a:lnTo>
                    <a:pt x="2038042" y="330199"/>
                  </a:lnTo>
                  <a:lnTo>
                    <a:pt x="2069932" y="355599"/>
                  </a:lnTo>
                  <a:lnTo>
                    <a:pt x="2100619" y="393699"/>
                  </a:lnTo>
                  <a:lnTo>
                    <a:pt x="2130068" y="419099"/>
                  </a:lnTo>
                  <a:lnTo>
                    <a:pt x="2158242" y="457199"/>
                  </a:lnTo>
                  <a:lnTo>
                    <a:pt x="2185104" y="495299"/>
                  </a:lnTo>
                  <a:lnTo>
                    <a:pt x="2210620" y="533399"/>
                  </a:lnTo>
                  <a:lnTo>
                    <a:pt x="2234751" y="571499"/>
                  </a:lnTo>
                  <a:lnTo>
                    <a:pt x="2257463" y="609599"/>
                  </a:lnTo>
                  <a:lnTo>
                    <a:pt x="2278719" y="647699"/>
                  </a:lnTo>
                  <a:lnTo>
                    <a:pt x="2298483" y="685799"/>
                  </a:lnTo>
                  <a:lnTo>
                    <a:pt x="2316718" y="736599"/>
                  </a:lnTo>
                  <a:lnTo>
                    <a:pt x="2333388" y="774699"/>
                  </a:lnTo>
                  <a:lnTo>
                    <a:pt x="2348457" y="825499"/>
                  </a:lnTo>
                  <a:lnTo>
                    <a:pt x="2361890" y="863599"/>
                  </a:lnTo>
                  <a:lnTo>
                    <a:pt x="2373648" y="914399"/>
                  </a:lnTo>
                  <a:lnTo>
                    <a:pt x="2383697" y="952499"/>
                  </a:lnTo>
                  <a:lnTo>
                    <a:pt x="2392001" y="1003299"/>
                  </a:lnTo>
                  <a:lnTo>
                    <a:pt x="2398522" y="1041399"/>
                  </a:lnTo>
                  <a:lnTo>
                    <a:pt x="2403224" y="1092199"/>
                  </a:lnTo>
                  <a:lnTo>
                    <a:pt x="2406073" y="1142999"/>
                  </a:lnTo>
                  <a:lnTo>
                    <a:pt x="2407030" y="1193799"/>
                  </a:lnTo>
                  <a:lnTo>
                    <a:pt x="2406073" y="1244599"/>
                  </a:lnTo>
                  <a:lnTo>
                    <a:pt x="2403224" y="1282699"/>
                  </a:lnTo>
                  <a:lnTo>
                    <a:pt x="2398522" y="1333499"/>
                  </a:lnTo>
                  <a:lnTo>
                    <a:pt x="2392001" y="1384299"/>
                  </a:lnTo>
                  <a:lnTo>
                    <a:pt x="2383697" y="1422399"/>
                  </a:lnTo>
                  <a:lnTo>
                    <a:pt x="2373648" y="1473199"/>
                  </a:lnTo>
                  <a:lnTo>
                    <a:pt x="2361890" y="1511299"/>
                  </a:lnTo>
                  <a:lnTo>
                    <a:pt x="2348457" y="1562099"/>
                  </a:lnTo>
                  <a:lnTo>
                    <a:pt x="2333388" y="1600199"/>
                  </a:lnTo>
                  <a:lnTo>
                    <a:pt x="2316718" y="1650999"/>
                  </a:lnTo>
                  <a:lnTo>
                    <a:pt x="2298483" y="1689099"/>
                  </a:lnTo>
                  <a:lnTo>
                    <a:pt x="2278719" y="1727199"/>
                  </a:lnTo>
                  <a:lnTo>
                    <a:pt x="2257463" y="1765299"/>
                  </a:lnTo>
                  <a:lnTo>
                    <a:pt x="2234751" y="1816099"/>
                  </a:lnTo>
                  <a:lnTo>
                    <a:pt x="2210620" y="1854199"/>
                  </a:lnTo>
                  <a:lnTo>
                    <a:pt x="2185104" y="1892299"/>
                  </a:lnTo>
                  <a:lnTo>
                    <a:pt x="2158242" y="1917699"/>
                  </a:lnTo>
                  <a:lnTo>
                    <a:pt x="2130068" y="1955799"/>
                  </a:lnTo>
                  <a:lnTo>
                    <a:pt x="2100619" y="1993899"/>
                  </a:lnTo>
                  <a:lnTo>
                    <a:pt x="2069932" y="2019299"/>
                  </a:lnTo>
                  <a:lnTo>
                    <a:pt x="2038042" y="2057399"/>
                  </a:lnTo>
                  <a:lnTo>
                    <a:pt x="2004986" y="2082799"/>
                  </a:lnTo>
                  <a:lnTo>
                    <a:pt x="1970800" y="2120899"/>
                  </a:lnTo>
                  <a:lnTo>
                    <a:pt x="1935520" y="2146299"/>
                  </a:lnTo>
                  <a:lnTo>
                    <a:pt x="1899182" y="2171699"/>
                  </a:lnTo>
                  <a:lnTo>
                    <a:pt x="1861823" y="2197099"/>
                  </a:lnTo>
                  <a:lnTo>
                    <a:pt x="1823479" y="2222499"/>
                  </a:lnTo>
                  <a:lnTo>
                    <a:pt x="1784187" y="2247899"/>
                  </a:lnTo>
                  <a:lnTo>
                    <a:pt x="1743981" y="2260599"/>
                  </a:lnTo>
                  <a:lnTo>
                    <a:pt x="1702899" y="2285999"/>
                  </a:lnTo>
                  <a:lnTo>
                    <a:pt x="1660977" y="2298699"/>
                  </a:lnTo>
                  <a:lnTo>
                    <a:pt x="1618251" y="2324099"/>
                  </a:lnTo>
                  <a:lnTo>
                    <a:pt x="1530532" y="2349499"/>
                  </a:lnTo>
                  <a:close/>
                </a:path>
                <a:path w="2407284" h="2387600" extrusionOk="0">
                  <a:moveTo>
                    <a:pt x="1347040" y="2387599"/>
                  </a:moveTo>
                  <a:lnTo>
                    <a:pt x="1059991" y="2387599"/>
                  </a:lnTo>
                  <a:lnTo>
                    <a:pt x="1013202" y="2374899"/>
                  </a:lnTo>
                  <a:lnTo>
                    <a:pt x="1393829" y="2374899"/>
                  </a:lnTo>
                  <a:lnTo>
                    <a:pt x="1347040" y="2387599"/>
                  </a:lnTo>
                  <a:close/>
                </a:path>
              </a:pathLst>
            </a:custGeom>
            <a:solidFill>
              <a:srgbClr val="0F0E0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71" name="Google Shape;171;p14"/>
            <p:cNvSpPr/>
            <p:nvPr/>
          </p:nvSpPr>
          <p:spPr>
            <a:xfrm>
              <a:off x="9611385" y="5735177"/>
              <a:ext cx="5317490" cy="2110740"/>
            </a:xfrm>
            <a:custGeom>
              <a:avLst/>
              <a:gdLst/>
              <a:ahLst/>
              <a:cxnLst/>
              <a:rect l="l" t="t" r="r" b="b"/>
              <a:pathLst>
                <a:path w="5317490" h="2110740" extrusionOk="0">
                  <a:moveTo>
                    <a:pt x="5317390" y="1622495"/>
                  </a:moveTo>
                  <a:lnTo>
                    <a:pt x="0" y="1622495"/>
                  </a:lnTo>
                  <a:lnTo>
                    <a:pt x="0" y="0"/>
                  </a:lnTo>
                  <a:lnTo>
                    <a:pt x="5317390" y="0"/>
                  </a:lnTo>
                  <a:lnTo>
                    <a:pt x="5317390" y="1622495"/>
                  </a:lnTo>
                  <a:close/>
                </a:path>
                <a:path w="5317490" h="2110740" extrusionOk="0">
                  <a:moveTo>
                    <a:pt x="408921" y="2110563"/>
                  </a:moveTo>
                  <a:lnTo>
                    <a:pt x="408921" y="1622495"/>
                  </a:lnTo>
                  <a:lnTo>
                    <a:pt x="1203680" y="1622495"/>
                  </a:lnTo>
                  <a:lnTo>
                    <a:pt x="408921" y="2110563"/>
                  </a:lnTo>
                  <a:close/>
                </a:path>
              </a:pathLst>
            </a:custGeom>
            <a:solidFill>
              <a:srgbClr val="CCCCC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pic>
          <p:nvPicPr>
            <p:cNvPr id="172" name="Google Shape;172;p14"/>
            <p:cNvPicPr preferRelativeResize="0"/>
            <p:nvPr/>
          </p:nvPicPr>
          <p:blipFill rotWithShape="1">
            <a:blip r:embed="rId5">
              <a:alphaModFix/>
            </a:blip>
            <a:srcRect/>
            <a:stretch/>
          </p:blipFill>
          <p:spPr>
            <a:xfrm>
              <a:off x="83" y="7328560"/>
              <a:ext cx="6070696" cy="2958231"/>
            </a:xfrm>
            <a:prstGeom prst="rect">
              <a:avLst/>
            </a:prstGeom>
            <a:noFill/>
            <a:ln>
              <a:noFill/>
            </a:ln>
          </p:spPr>
        </p:pic>
        <p:pic>
          <p:nvPicPr>
            <p:cNvPr id="173" name="Google Shape;173;p14"/>
            <p:cNvPicPr preferRelativeResize="0"/>
            <p:nvPr/>
          </p:nvPicPr>
          <p:blipFill rotWithShape="1">
            <a:blip r:embed="rId6">
              <a:alphaModFix/>
            </a:blip>
            <a:srcRect/>
            <a:stretch/>
          </p:blipFill>
          <p:spPr>
            <a:xfrm>
              <a:off x="11902642" y="0"/>
              <a:ext cx="6388551" cy="3721439"/>
            </a:xfrm>
            <a:prstGeom prst="rect">
              <a:avLst/>
            </a:prstGeom>
            <a:noFill/>
            <a:ln>
              <a:noFill/>
            </a:ln>
          </p:spPr>
        </p:pic>
        <p:sp>
          <p:nvSpPr>
            <p:cNvPr id="174" name="Google Shape;174;p14"/>
            <p:cNvSpPr/>
            <p:nvPr/>
          </p:nvSpPr>
          <p:spPr>
            <a:xfrm>
              <a:off x="0" y="11"/>
              <a:ext cx="18288000" cy="10287000"/>
            </a:xfrm>
            <a:custGeom>
              <a:avLst/>
              <a:gdLst/>
              <a:ahLst/>
              <a:cxnLst/>
              <a:rect l="l" t="t" r="r" b="b"/>
              <a:pathLst>
                <a:path w="18288000" h="10287000" extrusionOk="0">
                  <a:moveTo>
                    <a:pt x="1870265" y="0"/>
                  </a:moveTo>
                  <a:lnTo>
                    <a:pt x="0" y="0"/>
                  </a:lnTo>
                  <a:lnTo>
                    <a:pt x="0" y="1028687"/>
                  </a:lnTo>
                  <a:lnTo>
                    <a:pt x="1870265" y="1028687"/>
                  </a:lnTo>
                  <a:lnTo>
                    <a:pt x="1870265" y="0"/>
                  </a:lnTo>
                  <a:close/>
                </a:path>
                <a:path w="18288000" h="10287000" extrusionOk="0">
                  <a:moveTo>
                    <a:pt x="18287988" y="8069427"/>
                  </a:moveTo>
                  <a:lnTo>
                    <a:pt x="16333165" y="8069427"/>
                  </a:lnTo>
                  <a:lnTo>
                    <a:pt x="16333165" y="10286987"/>
                  </a:lnTo>
                  <a:lnTo>
                    <a:pt x="18287988" y="10286987"/>
                  </a:lnTo>
                  <a:lnTo>
                    <a:pt x="18287988" y="8069427"/>
                  </a:lnTo>
                  <a:close/>
                </a:path>
              </a:pathLst>
            </a:custGeom>
            <a:solidFill>
              <a:srgbClr val="CCCCC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175" name="Google Shape;175;p14"/>
            <p:cNvSpPr/>
            <p:nvPr/>
          </p:nvSpPr>
          <p:spPr>
            <a:xfrm>
              <a:off x="10507222" y="7109785"/>
              <a:ext cx="4052570" cy="19685"/>
            </a:xfrm>
            <a:custGeom>
              <a:avLst/>
              <a:gdLst/>
              <a:ahLst/>
              <a:cxnLst/>
              <a:rect l="l" t="t" r="r" b="b"/>
              <a:pathLst>
                <a:path w="4052570" h="19684" extrusionOk="0">
                  <a:moveTo>
                    <a:pt x="4052556" y="19480"/>
                  </a:moveTo>
                  <a:lnTo>
                    <a:pt x="0" y="19480"/>
                  </a:lnTo>
                  <a:lnTo>
                    <a:pt x="0" y="0"/>
                  </a:lnTo>
                  <a:lnTo>
                    <a:pt x="4052556" y="0"/>
                  </a:lnTo>
                  <a:lnTo>
                    <a:pt x="4052556" y="19480"/>
                  </a:lnTo>
                  <a:close/>
                </a:path>
              </a:pathLst>
            </a:custGeom>
            <a:solidFill>
              <a:srgbClr val="0F0E0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176" name="Google Shape;176;p14"/>
          <p:cNvSpPr txBox="1">
            <a:spLocks noGrp="1"/>
          </p:cNvSpPr>
          <p:nvPr>
            <p:ph type="body" idx="1"/>
          </p:nvPr>
        </p:nvSpPr>
        <p:spPr>
          <a:xfrm>
            <a:off x="3519087" y="3044378"/>
            <a:ext cx="11249824" cy="4116704"/>
          </a:xfrm>
          <a:prstGeom prst="rect">
            <a:avLst/>
          </a:prstGeom>
          <a:noFill/>
          <a:ln>
            <a:noFill/>
          </a:ln>
        </p:spPr>
        <p:txBody>
          <a:bodyPr spcFirstLastPara="1" wrap="square" lIns="0" tIns="12050" rIns="0" bIns="0" anchor="t" anchorCtr="0">
            <a:spAutoFit/>
          </a:bodyPr>
          <a:lstStyle/>
          <a:p>
            <a:pPr marL="2788920" marR="4314825" lvl="0" indent="0" algn="l" rtl="0">
              <a:lnSpc>
                <a:spcPct val="116799"/>
              </a:lnSpc>
              <a:spcBef>
                <a:spcPts val="0"/>
              </a:spcBef>
              <a:spcAft>
                <a:spcPts val="0"/>
              </a:spcAft>
              <a:buNone/>
            </a:pPr>
            <a:r>
              <a:rPr lang="en-US"/>
              <a:t>Get a free trial of Confluence  today!</a:t>
            </a:r>
            <a:endParaRPr/>
          </a:p>
          <a:p>
            <a:pPr marL="2788920" marR="3777615" lvl="0" indent="80644" algn="l" rtl="0">
              <a:lnSpc>
                <a:spcPct val="116799"/>
              </a:lnSpc>
              <a:spcBef>
                <a:spcPts val="0"/>
              </a:spcBef>
              <a:spcAft>
                <a:spcPts val="0"/>
              </a:spcAft>
              <a:buNone/>
            </a:pPr>
            <a:r>
              <a:rPr lang="en-US"/>
              <a:t>Try Confluence Free on  https://</a:t>
            </a:r>
            <a:r>
              <a:rPr lang="en-US" u="sng">
                <a:solidFill>
                  <a:schemeClr val="hlink"/>
                </a:solidFill>
                <a:hlinkClick r:id="rId7"/>
              </a:rPr>
              <a:t>www.atlassian.com/softw </a:t>
            </a:r>
            <a:r>
              <a:rPr lang="en-US"/>
              <a:t> are/confluence</a:t>
            </a:r>
            <a:endParaRPr/>
          </a:p>
          <a:p>
            <a:pPr marL="2776220" lvl="0" indent="0" algn="l" rtl="0">
              <a:lnSpc>
                <a:spcPct val="100000"/>
              </a:lnSpc>
              <a:spcBef>
                <a:spcPts val="0"/>
              </a:spcBef>
              <a:spcAft>
                <a:spcPts val="0"/>
              </a:spcAft>
              <a:buNone/>
            </a:pPr>
            <a:endParaRPr sz="2800"/>
          </a:p>
          <a:p>
            <a:pPr marL="2776220" lvl="0" indent="0" algn="l" rtl="0">
              <a:lnSpc>
                <a:spcPct val="100000"/>
              </a:lnSpc>
              <a:spcBef>
                <a:spcPts val="15"/>
              </a:spcBef>
              <a:spcAft>
                <a:spcPts val="0"/>
              </a:spcAft>
              <a:buNone/>
            </a:pPr>
            <a:endParaRPr sz="2700"/>
          </a:p>
          <a:p>
            <a:pPr marL="6489700" marR="5080" lvl="0" indent="-79375" algn="l" rtl="0">
              <a:lnSpc>
                <a:spcPct val="116500"/>
              </a:lnSpc>
              <a:spcBef>
                <a:spcPts val="0"/>
              </a:spcBef>
              <a:spcAft>
                <a:spcPts val="0"/>
              </a:spcAft>
              <a:buNone/>
            </a:pPr>
            <a:r>
              <a:rPr lang="en-US" sz="2250"/>
              <a:t>Want to see Confluence in action?  Watch a Demo on our website  </a:t>
            </a:r>
            <a:r>
              <a:rPr lang="en-US" sz="2250" u="sng">
                <a:solidFill>
                  <a:schemeClr val="hlink"/>
                </a:solidFill>
                <a:hlinkClick r:id="rId8"/>
              </a:rPr>
              <a:t>https://confluence.atlassian.com</a:t>
            </a:r>
            <a:endParaRPr sz="2250"/>
          </a:p>
        </p:txBody>
      </p:sp>
      <p:sp>
        <p:nvSpPr>
          <p:cNvPr id="177" name="Google Shape;177;p14"/>
          <p:cNvSpPr txBox="1">
            <a:spLocks noGrp="1"/>
          </p:cNvSpPr>
          <p:nvPr>
            <p:ph type="title"/>
          </p:nvPr>
        </p:nvSpPr>
        <p:spPr>
          <a:xfrm>
            <a:off x="2264532" y="0"/>
            <a:ext cx="9213850" cy="2797175"/>
          </a:xfrm>
          <a:prstGeom prst="rect">
            <a:avLst/>
          </a:prstGeom>
          <a:noFill/>
          <a:ln>
            <a:noFill/>
          </a:ln>
        </p:spPr>
        <p:txBody>
          <a:bodyPr spcFirstLastPara="1" wrap="square" lIns="0" tIns="12700" rIns="0" bIns="0" anchor="t" anchorCtr="0">
            <a:spAutoFit/>
          </a:bodyPr>
          <a:lstStyle/>
          <a:p>
            <a:pPr marL="12700" marR="5080" lvl="0" indent="0" algn="l" rtl="0">
              <a:lnSpc>
                <a:spcPct val="116599"/>
              </a:lnSpc>
              <a:spcBef>
                <a:spcPts val="0"/>
              </a:spcBef>
              <a:spcAft>
                <a:spcPts val="0"/>
              </a:spcAft>
              <a:buNone/>
            </a:pPr>
            <a:r>
              <a:rPr lang="en-US" sz="5200">
                <a:solidFill>
                  <a:srgbClr val="000000"/>
                </a:solidFill>
                <a:latin typeface="Arial"/>
                <a:ea typeface="Arial"/>
                <a:cs typeface="Arial"/>
                <a:sym typeface="Arial"/>
              </a:rPr>
              <a:t>Stop wasting time searching for  information...</a:t>
            </a:r>
            <a:endParaRPr sz="5200">
              <a:latin typeface="Arial"/>
              <a:ea typeface="Arial"/>
              <a:cs typeface="Arial"/>
              <a:sym typeface="Arial"/>
            </a:endParaRPr>
          </a:p>
          <a:p>
            <a:pPr marL="12700" lvl="0" indent="0" algn="l" rtl="0">
              <a:lnSpc>
                <a:spcPct val="100000"/>
              </a:lnSpc>
              <a:spcBef>
                <a:spcPts val="1035"/>
              </a:spcBef>
              <a:spcAft>
                <a:spcPts val="0"/>
              </a:spcAft>
              <a:buNone/>
            </a:pPr>
            <a:r>
              <a:rPr lang="en-US" sz="5200">
                <a:solidFill>
                  <a:srgbClr val="000000"/>
                </a:solidFill>
                <a:latin typeface="Arial"/>
                <a:ea typeface="Arial"/>
                <a:cs typeface="Arial"/>
                <a:sym typeface="Arial"/>
              </a:rPr>
              <a:t>Start collaborating seamlessly!</a:t>
            </a:r>
            <a:endParaRPr sz="52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title"/>
          </p:nvPr>
        </p:nvSpPr>
        <p:spPr>
          <a:xfrm>
            <a:off x="1549032" y="2090742"/>
            <a:ext cx="7540625" cy="3321050"/>
          </a:xfrm>
          <a:prstGeom prst="rect">
            <a:avLst/>
          </a:prstGeom>
          <a:noFill/>
          <a:ln>
            <a:noFill/>
          </a:ln>
        </p:spPr>
        <p:txBody>
          <a:bodyPr spcFirstLastPara="1" wrap="square" lIns="0" tIns="12050" rIns="0" bIns="0" anchor="t" anchorCtr="0">
            <a:spAutoFit/>
          </a:bodyPr>
          <a:lstStyle/>
          <a:p>
            <a:pPr marL="12700" marR="5080" lvl="0" indent="0" algn="l" rtl="0">
              <a:lnSpc>
                <a:spcPct val="114999"/>
              </a:lnSpc>
              <a:spcBef>
                <a:spcPts val="0"/>
              </a:spcBef>
              <a:spcAft>
                <a:spcPts val="0"/>
              </a:spcAft>
              <a:buNone/>
            </a:pPr>
            <a:r>
              <a:rPr lang="en-US" sz="9400"/>
              <a:t>THANK' S	FOR  WATCHING</a:t>
            </a:r>
            <a:endParaRPr sz="9400"/>
          </a:p>
        </p:txBody>
      </p:sp>
      <p:sp>
        <p:nvSpPr>
          <p:cNvPr id="183" name="Google Shape;183;p15"/>
          <p:cNvSpPr txBox="1"/>
          <p:nvPr/>
        </p:nvSpPr>
        <p:spPr>
          <a:xfrm>
            <a:off x="14773214" y="3191436"/>
            <a:ext cx="2186305" cy="351155"/>
          </a:xfrm>
          <a:prstGeom prst="rect">
            <a:avLst/>
          </a:prstGeom>
          <a:noFill/>
          <a:ln>
            <a:noFill/>
          </a:ln>
        </p:spPr>
        <p:txBody>
          <a:bodyPr spcFirstLastPara="1" wrap="square" lIns="0" tIns="17125" rIns="0" bIns="0" anchor="t" anchorCtr="0">
            <a:spAutoFit/>
          </a:bodyPr>
          <a:lstStyle/>
          <a:p>
            <a:pPr marL="12700" marR="0" lvl="0" indent="0" algn="l" rtl="0">
              <a:lnSpc>
                <a:spcPct val="100000"/>
              </a:lnSpc>
              <a:spcBef>
                <a:spcPts val="0"/>
              </a:spcBef>
              <a:spcAft>
                <a:spcPts val="0"/>
              </a:spcAft>
              <a:buNone/>
            </a:pPr>
            <a:r>
              <a:rPr lang="en-US" sz="2100" b="1" u="sng">
                <a:solidFill>
                  <a:schemeClr val="hlink"/>
                </a:solidFill>
                <a:latin typeface="Tahoma"/>
                <a:ea typeface="Tahoma"/>
                <a:cs typeface="Tahoma"/>
                <a:sym typeface="Tahoma"/>
                <a:hlinkClick r:id="rId3"/>
              </a:rPr>
              <a:t>LARANA, INC.</a:t>
            </a:r>
            <a:endParaRPr sz="2100">
              <a:latin typeface="Tahoma"/>
              <a:ea typeface="Tahoma"/>
              <a:cs typeface="Tahoma"/>
              <a:sym typeface="Tahoma"/>
            </a:endParaRPr>
          </a:p>
        </p:txBody>
      </p:sp>
      <p:sp>
        <p:nvSpPr>
          <p:cNvPr id="184" name="Google Shape;184;p15"/>
          <p:cNvSpPr/>
          <p:nvPr/>
        </p:nvSpPr>
        <p:spPr>
          <a:xfrm>
            <a:off x="0" y="7476070"/>
            <a:ext cx="7623809" cy="2810510"/>
          </a:xfrm>
          <a:custGeom>
            <a:avLst/>
            <a:gdLst/>
            <a:ahLst/>
            <a:cxnLst/>
            <a:rect l="l" t="t" r="r" b="b"/>
            <a:pathLst>
              <a:path w="7623809" h="2810509" extrusionOk="0">
                <a:moveTo>
                  <a:pt x="7623518" y="1781810"/>
                </a:moveTo>
                <a:lnTo>
                  <a:pt x="1092542" y="1781810"/>
                </a:lnTo>
                <a:lnTo>
                  <a:pt x="1092542" y="0"/>
                </a:lnTo>
                <a:lnTo>
                  <a:pt x="0" y="0"/>
                </a:lnTo>
                <a:lnTo>
                  <a:pt x="0" y="1781810"/>
                </a:lnTo>
                <a:lnTo>
                  <a:pt x="0" y="2810510"/>
                </a:lnTo>
                <a:lnTo>
                  <a:pt x="7623518" y="2810510"/>
                </a:lnTo>
                <a:lnTo>
                  <a:pt x="7623518" y="1781810"/>
                </a:lnTo>
                <a:close/>
              </a:path>
            </a:pathLst>
          </a:custGeom>
          <a:solidFill>
            <a:srgbClr val="CCCCCC"/>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1055</Words>
  <Application>Microsoft Office PowerPoint</Application>
  <PresentationFormat>Custom</PresentationFormat>
  <Paragraphs>96</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Lucida Sans</vt:lpstr>
      <vt:lpstr>Trebuchet MS</vt:lpstr>
      <vt:lpstr>Calibri</vt:lpstr>
      <vt:lpstr>Tahoma</vt:lpstr>
      <vt:lpstr>Verdana</vt:lpstr>
      <vt:lpstr>Office Theme</vt:lpstr>
      <vt:lpstr>Atlassian</vt:lpstr>
      <vt:lpstr>ABOUT US</vt:lpstr>
      <vt:lpstr>Confluence: Boost Teamwork and Knowledge Sharing</vt:lpstr>
      <vt:lpstr>YOUR DYNAMIC TEAM WORKSPACE</vt:lpstr>
      <vt:lpstr>WHY CHOOSE CONFLUENCE?</vt:lpstr>
      <vt:lpstr>CONFLUENCE VS.  COMPETITORS</vt:lpstr>
      <vt:lpstr>PRICING PLANS</vt:lpstr>
      <vt:lpstr>Stop wasting time searching for  information... Start collaborating seamlessly!</vt:lpstr>
      <vt:lpstr>THANK' S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Atlassian</dc:title>
  <cp:lastModifiedBy>RGP</cp:lastModifiedBy>
  <cp:revision>2</cp:revision>
  <dcterms:modified xsi:type="dcterms:W3CDTF">2024-06-04T16:26:52Z</dcterms:modified>
</cp:coreProperties>
</file>